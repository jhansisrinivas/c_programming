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256" r:id="rId2"/>
    <p:sldId id="257" r:id="rId3"/>
    <p:sldId id="264" r:id="rId4"/>
    <p:sldId id="265" r:id="rId5"/>
    <p:sldId id="268" r:id="rId6"/>
    <p:sldId id="269" r:id="rId7"/>
    <p:sldId id="272" r:id="rId8"/>
    <p:sldId id="270" r:id="rId9"/>
    <p:sldId id="271" r:id="rId10"/>
    <p:sldId id="266" r:id="rId11"/>
    <p:sldId id="273" r:id="rId12"/>
    <p:sldId id="274" r:id="rId13"/>
    <p:sldId id="276" r:id="rId14"/>
    <p:sldId id="277" r:id="rId15"/>
    <p:sldId id="275" r:id="rId16"/>
    <p:sldId id="278" r:id="rId17"/>
    <p:sldId id="279" r:id="rId18"/>
    <p:sldId id="280" r:id="rId19"/>
    <p:sldId id="281" r:id="rId20"/>
    <p:sldId id="282" r:id="rId21"/>
    <p:sldId id="267" r:id="rId22"/>
    <p:sldId id="283" r:id="rId23"/>
    <p:sldId id="284" r:id="rId24"/>
    <p:sldId id="285" r:id="rId25"/>
    <p:sldId id="28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12" autoAdjust="0"/>
  </p:normalViewPr>
  <p:slideViewPr>
    <p:cSldViewPr snapToGrid="0">
      <p:cViewPr>
        <p:scale>
          <a:sx n="66" d="100"/>
          <a:sy n="66" d="100"/>
        </p:scale>
        <p:origin x="668" y="-176"/>
      </p:cViewPr>
      <p:guideLst/>
    </p:cSldViewPr>
  </p:slideViewPr>
  <p:notesTextViewPr>
    <p:cViewPr>
      <p:scale>
        <a:sx n="1" d="1"/>
        <a:sy n="1" d="1"/>
      </p:scale>
      <p:origin x="0" y="0"/>
    </p:cViewPr>
  </p:notesTextViewPr>
  <p:notesViewPr>
    <p:cSldViewPr snapToGrid="0" showGuides="1">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diagrams/_rels/data2.xml.rels><?xml version="1.0" encoding="UTF-8" standalone="yes"?>
<Relationships xmlns="http://schemas.openxmlformats.org/package/2006/relationships"><Relationship Id="rId1" Type="http://schemas.openxmlformats.org/officeDocument/2006/relationships/hyperlink" Target="https://www.geeksforgeeks.org/c-float-and-double/" TargetMode="External"/></Relationships>
</file>

<file path=ppt/diagrams/_rels/drawing2.xml.rels><?xml version="1.0" encoding="UTF-8" standalone="yes"?>
<Relationships xmlns="http://schemas.openxmlformats.org/package/2006/relationships"><Relationship Id="rId1" Type="http://schemas.openxmlformats.org/officeDocument/2006/relationships/hyperlink" Target="https://www.geeksforgeeks.org/c-float-and-double/" TargetMode="External"/></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2F69A6-0780-49EA-A6A8-3965C12489B2}"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30269CC2-8DD6-4402-82F3-18F164A732FF}">
      <dgm:prSet/>
      <dgm:spPr/>
      <dgm:t>
        <a:bodyPr/>
        <a:lstStyle/>
        <a:p>
          <a:r>
            <a:rPr lang="en-US" dirty="0">
              <a:solidFill>
                <a:schemeClr val="bg1"/>
              </a:solidFill>
            </a:rPr>
            <a:t>Data-Types</a:t>
          </a:r>
        </a:p>
      </dgm:t>
    </dgm:pt>
    <dgm:pt modelId="{4A8A3B18-A3DE-475C-8BF1-FB4B84DDA43B}" type="parTrans" cxnId="{813C1BD6-5A4A-43F4-8BF7-0645F72381AA}">
      <dgm:prSet/>
      <dgm:spPr/>
      <dgm:t>
        <a:bodyPr/>
        <a:lstStyle/>
        <a:p>
          <a:endParaRPr lang="en-US"/>
        </a:p>
      </dgm:t>
    </dgm:pt>
    <dgm:pt modelId="{2DAA2C1D-14F6-4BCA-B047-0B53ADD46F43}" type="sibTrans" cxnId="{813C1BD6-5A4A-43F4-8BF7-0645F72381AA}">
      <dgm:prSet/>
      <dgm:spPr/>
      <dgm:t>
        <a:bodyPr/>
        <a:lstStyle/>
        <a:p>
          <a:endParaRPr lang="en-US"/>
        </a:p>
      </dgm:t>
    </dgm:pt>
    <dgm:pt modelId="{2B87ECDB-C552-42F6-9B52-6548A18B206B}">
      <dgm:prSet/>
      <dgm:spPr/>
      <dgm:t>
        <a:bodyPr/>
        <a:lstStyle/>
        <a:p>
          <a:r>
            <a:rPr lang="en-US" dirty="0">
              <a:solidFill>
                <a:schemeClr val="bg1"/>
              </a:solidFill>
            </a:rPr>
            <a:t>Useful Typdefs and Define</a:t>
          </a:r>
        </a:p>
      </dgm:t>
    </dgm:pt>
    <dgm:pt modelId="{0DC560D9-C62C-41BA-8D68-CB78933BFF0C}" type="parTrans" cxnId="{91AFA996-5E3B-401C-B400-E70DBD4A4AB6}">
      <dgm:prSet/>
      <dgm:spPr/>
      <dgm:t>
        <a:bodyPr/>
        <a:lstStyle/>
        <a:p>
          <a:endParaRPr lang="en-US"/>
        </a:p>
      </dgm:t>
    </dgm:pt>
    <dgm:pt modelId="{80EFB54F-1AC8-40D9-981D-4C85160A5799}" type="sibTrans" cxnId="{91AFA996-5E3B-401C-B400-E70DBD4A4AB6}">
      <dgm:prSet/>
      <dgm:spPr/>
      <dgm:t>
        <a:bodyPr/>
        <a:lstStyle/>
        <a:p>
          <a:endParaRPr lang="en-US"/>
        </a:p>
      </dgm:t>
    </dgm:pt>
    <dgm:pt modelId="{419DF63C-9792-4EF5-9125-1EEF4D07C33F}">
      <dgm:prSet/>
      <dgm:spPr/>
      <dgm:t>
        <a:bodyPr/>
        <a:lstStyle/>
        <a:p>
          <a:r>
            <a:rPr lang="en-US" dirty="0">
              <a:solidFill>
                <a:schemeClr val="bg1"/>
              </a:solidFill>
            </a:rPr>
            <a:t>Manipulating Bits in Memory</a:t>
          </a:r>
        </a:p>
      </dgm:t>
    </dgm:pt>
    <dgm:pt modelId="{2B95E8EF-82FE-4F54-970D-D55C9AD8EC00}" type="parTrans" cxnId="{024B121E-3EE5-42C9-97D1-5E0D27C29DC3}">
      <dgm:prSet/>
      <dgm:spPr/>
      <dgm:t>
        <a:bodyPr/>
        <a:lstStyle/>
        <a:p>
          <a:endParaRPr lang="en-US"/>
        </a:p>
      </dgm:t>
    </dgm:pt>
    <dgm:pt modelId="{EA8773AB-BB82-4BF6-944E-80CD2086CE93}" type="sibTrans" cxnId="{024B121E-3EE5-42C9-97D1-5E0D27C29DC3}">
      <dgm:prSet/>
      <dgm:spPr/>
      <dgm:t>
        <a:bodyPr/>
        <a:lstStyle/>
        <a:p>
          <a:endParaRPr lang="en-US"/>
        </a:p>
      </dgm:t>
    </dgm:pt>
    <dgm:pt modelId="{1B1E513F-BEB7-483A-8F12-A8210AEF19E9}">
      <dgm:prSet/>
      <dgm:spPr/>
      <dgm:t>
        <a:bodyPr/>
        <a:lstStyle/>
        <a:p>
          <a:r>
            <a:rPr lang="en-US" dirty="0">
              <a:solidFill>
                <a:schemeClr val="bg1"/>
              </a:solidFill>
            </a:rPr>
            <a:t>Accessing Data through Pointers</a:t>
          </a:r>
        </a:p>
      </dgm:t>
    </dgm:pt>
    <dgm:pt modelId="{DB284026-3063-4705-B72C-ADE04469BE6D}" type="parTrans" cxnId="{9CD469EF-CF99-411A-B4B3-5B2C59AF684C}">
      <dgm:prSet/>
      <dgm:spPr/>
      <dgm:t>
        <a:bodyPr/>
        <a:lstStyle/>
        <a:p>
          <a:endParaRPr lang="en-US"/>
        </a:p>
      </dgm:t>
    </dgm:pt>
    <dgm:pt modelId="{D99C9B80-BA48-46B7-8B67-372E2AFD9E86}" type="sibTrans" cxnId="{9CD469EF-CF99-411A-B4B3-5B2C59AF684C}">
      <dgm:prSet/>
      <dgm:spPr/>
      <dgm:t>
        <a:bodyPr/>
        <a:lstStyle/>
        <a:p>
          <a:endParaRPr lang="en-US"/>
        </a:p>
      </dgm:t>
    </dgm:pt>
    <dgm:pt modelId="{F4A56385-3827-49D1-B533-953BA75136B7}">
      <dgm:prSet/>
      <dgm:spPr/>
      <dgm:t>
        <a:bodyPr/>
        <a:lstStyle/>
        <a:p>
          <a:r>
            <a:rPr lang="en-US" dirty="0">
              <a:solidFill>
                <a:schemeClr val="bg1"/>
              </a:solidFill>
            </a:rPr>
            <a:t>Structure and Union</a:t>
          </a:r>
        </a:p>
      </dgm:t>
    </dgm:pt>
    <dgm:pt modelId="{5C6E35C5-B6D6-42D4-9FF2-63E3FEC1E45F}" type="parTrans" cxnId="{D572C096-14C8-487B-ABCD-6354192B80BA}">
      <dgm:prSet/>
      <dgm:spPr/>
      <dgm:t>
        <a:bodyPr/>
        <a:lstStyle/>
        <a:p>
          <a:endParaRPr lang="en-US"/>
        </a:p>
      </dgm:t>
    </dgm:pt>
    <dgm:pt modelId="{E866DA3A-B427-429E-A892-4812B432ED79}" type="sibTrans" cxnId="{D572C096-14C8-487B-ABCD-6354192B80BA}">
      <dgm:prSet/>
      <dgm:spPr/>
      <dgm:t>
        <a:bodyPr/>
        <a:lstStyle/>
        <a:p>
          <a:endParaRPr lang="en-US"/>
        </a:p>
      </dgm:t>
    </dgm:pt>
    <dgm:pt modelId="{05261D3E-3CC7-4C85-9E09-D67FC777908C}" type="pres">
      <dgm:prSet presAssocID="{162F69A6-0780-49EA-A6A8-3965C12489B2}" presName="root" presStyleCnt="0">
        <dgm:presLayoutVars>
          <dgm:dir/>
          <dgm:resizeHandles val="exact"/>
        </dgm:presLayoutVars>
      </dgm:prSet>
      <dgm:spPr/>
    </dgm:pt>
    <dgm:pt modelId="{25C6FE9B-AED9-47D9-807F-76A517615FC1}" type="pres">
      <dgm:prSet presAssocID="{30269CC2-8DD6-4402-82F3-18F164A732FF}" presName="compNode" presStyleCnt="0"/>
      <dgm:spPr/>
    </dgm:pt>
    <dgm:pt modelId="{99698387-9DF3-4127-A7DE-FCE3F05A3470}" type="pres">
      <dgm:prSet presAssocID="{30269CC2-8DD6-4402-82F3-18F164A732FF}" presName="bgRect" presStyleLbl="bgShp" presStyleIdx="0" presStyleCnt="5"/>
      <dgm:spPr>
        <a:prstGeom prst="rect">
          <a:avLst/>
        </a:prstGeom>
        <a:gradFill rotWithShape="0">
          <a:gsLst>
            <a:gs pos="0">
              <a:schemeClr val="tx1">
                <a:lumMod val="75000"/>
                <a:lumOff val="25000"/>
              </a:schemeClr>
            </a:gs>
            <a:gs pos="15929">
              <a:schemeClr val="tx1">
                <a:lumMod val="85000"/>
                <a:lumOff val="15000"/>
              </a:schemeClr>
            </a:gs>
            <a:gs pos="97000">
              <a:schemeClr val="tx1">
                <a:lumMod val="85000"/>
                <a:lumOff val="15000"/>
              </a:schemeClr>
            </a:gs>
            <a:gs pos="100000">
              <a:schemeClr val="accent2">
                <a:lumMod val="75000"/>
              </a:schemeClr>
            </a:gs>
          </a:gsLst>
          <a:lin ang="10800000" scaled="0"/>
        </a:gradFill>
      </dgm:spPr>
    </dgm:pt>
    <dgm:pt modelId="{B52E1101-E263-4511-8D8F-5A215C912C41}" type="pres">
      <dgm:prSet presAssocID="{30269CC2-8DD6-4402-82F3-18F164A732FF}" presName="iconRect" presStyleLbl="node1" presStyleIdx="0" presStyleCnt="5"/>
      <dgm:spPr>
        <a:noFill/>
        <a:ln>
          <a:noFill/>
        </a:ln>
      </dgm:spPr>
    </dgm:pt>
    <dgm:pt modelId="{18EFBBAF-BD9F-4030-B8A4-57CCEB350921}" type="pres">
      <dgm:prSet presAssocID="{30269CC2-8DD6-4402-82F3-18F164A732FF}" presName="spaceRect" presStyleCnt="0"/>
      <dgm:spPr/>
    </dgm:pt>
    <dgm:pt modelId="{F113ED77-1650-49A8-987A-A13C2A50CEA5}" type="pres">
      <dgm:prSet presAssocID="{30269CC2-8DD6-4402-82F3-18F164A732FF}" presName="parTx" presStyleLbl="revTx" presStyleIdx="0" presStyleCnt="5">
        <dgm:presLayoutVars>
          <dgm:chMax val="0"/>
          <dgm:chPref val="0"/>
        </dgm:presLayoutVars>
      </dgm:prSet>
      <dgm:spPr/>
    </dgm:pt>
    <dgm:pt modelId="{084D1940-F8FF-48AA-A0CA-908C7645C951}" type="pres">
      <dgm:prSet presAssocID="{2DAA2C1D-14F6-4BCA-B047-0B53ADD46F43}" presName="sibTrans" presStyleCnt="0"/>
      <dgm:spPr/>
    </dgm:pt>
    <dgm:pt modelId="{922A9066-91F0-4494-8CF8-01F8511B6028}" type="pres">
      <dgm:prSet presAssocID="{2B87ECDB-C552-42F6-9B52-6548A18B206B}" presName="compNode" presStyleCnt="0"/>
      <dgm:spPr/>
    </dgm:pt>
    <dgm:pt modelId="{FA3369E0-5B38-4FDD-A9F5-22B9810A03F7}" type="pres">
      <dgm:prSet presAssocID="{2B87ECDB-C552-42F6-9B52-6548A18B206B}" presName="bgRect" presStyleLbl="bgShp" presStyleIdx="1" presStyleCnt="5"/>
      <dgm:spPr>
        <a:xfrm>
          <a:off x="0" y="1249576"/>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FADE9C4E-BFE3-4374-BE2C-676ED238ACF2}" type="pres">
      <dgm:prSet presAssocID="{2B87ECDB-C552-42F6-9B52-6548A18B206B}" presName="iconRect" presStyleLbl="node1" presStyleIdx="1" presStyleCnt="5" custLinFactNeighborX="5962"/>
      <dgm:spPr>
        <a:prstGeom prst="rightArrow">
          <a:avLst/>
        </a:prstGeom>
        <a:noFill/>
        <a:ln>
          <a:noFill/>
        </a:ln>
      </dgm:spPr>
    </dgm:pt>
    <dgm:pt modelId="{7000F0F2-143F-4CAE-BA6B-E9C401E5437A}" type="pres">
      <dgm:prSet presAssocID="{2B87ECDB-C552-42F6-9B52-6548A18B206B}" presName="spaceRect" presStyleCnt="0"/>
      <dgm:spPr/>
    </dgm:pt>
    <dgm:pt modelId="{AC018808-9CEA-4C61-8875-3E922AA167D7}" type="pres">
      <dgm:prSet presAssocID="{2B87ECDB-C552-42F6-9B52-6548A18B206B}" presName="parTx" presStyleLbl="revTx" presStyleIdx="1" presStyleCnt="5">
        <dgm:presLayoutVars>
          <dgm:chMax val="0"/>
          <dgm:chPref val="0"/>
        </dgm:presLayoutVars>
      </dgm:prSet>
      <dgm:spPr/>
    </dgm:pt>
    <dgm:pt modelId="{CE46B6BD-FA9F-4C65-8E75-D8C24C71657B}" type="pres">
      <dgm:prSet presAssocID="{80EFB54F-1AC8-40D9-981D-4C85160A5799}" presName="sibTrans" presStyleCnt="0"/>
      <dgm:spPr/>
    </dgm:pt>
    <dgm:pt modelId="{B12160B6-4EC8-4B4D-A1B2-F7F5F2795F75}" type="pres">
      <dgm:prSet presAssocID="{419DF63C-9792-4EF5-9125-1EEF4D07C33F}" presName="compNode" presStyleCnt="0"/>
      <dgm:spPr/>
    </dgm:pt>
    <dgm:pt modelId="{DB8ABDAA-976A-4A84-A3C3-277080E19DCA}" type="pres">
      <dgm:prSet presAssocID="{419DF63C-9792-4EF5-9125-1EEF4D07C33F}" presName="bgRect" presStyleLbl="bgShp" presStyleIdx="2" presStyleCnt="5"/>
      <dgm:spPr>
        <a:xfrm>
          <a:off x="0" y="24944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D335376E-740A-4A47-BC5B-3381DE731CE0}" type="pres">
      <dgm:prSet presAssocID="{419DF63C-9792-4EF5-9125-1EEF4D07C33F}" presName="iconRect" presStyleLbl="node1" presStyleIdx="2" presStyleCnt="5"/>
      <dgm:spPr>
        <a:noFill/>
        <a:ln>
          <a:noFill/>
        </a:ln>
      </dgm:spPr>
      <dgm:extLst>
        <a:ext uri="{E40237B7-FDA0-4F09-8148-C483321AD2D9}">
          <dgm14:cNvPr xmlns:dgm14="http://schemas.microsoft.com/office/drawing/2010/diagram" id="0" name="" descr="OpenEnrollment"/>
        </a:ext>
      </dgm:extLst>
    </dgm:pt>
    <dgm:pt modelId="{BCDE90E0-E45B-4C79-BE60-A53702208276}" type="pres">
      <dgm:prSet presAssocID="{419DF63C-9792-4EF5-9125-1EEF4D07C33F}" presName="spaceRect" presStyleCnt="0"/>
      <dgm:spPr/>
    </dgm:pt>
    <dgm:pt modelId="{8409F791-340A-4625-9294-3E680D66DB63}" type="pres">
      <dgm:prSet presAssocID="{419DF63C-9792-4EF5-9125-1EEF4D07C33F}" presName="parTx" presStyleLbl="revTx" presStyleIdx="2" presStyleCnt="5">
        <dgm:presLayoutVars>
          <dgm:chMax val="0"/>
          <dgm:chPref val="0"/>
        </dgm:presLayoutVars>
      </dgm:prSet>
      <dgm:spPr/>
    </dgm:pt>
    <dgm:pt modelId="{D4892BA4-47FA-499C-84FA-3A971E9AFE41}" type="pres">
      <dgm:prSet presAssocID="{EA8773AB-BB82-4BF6-944E-80CD2086CE93}" presName="sibTrans" presStyleCnt="0"/>
      <dgm:spPr/>
    </dgm:pt>
    <dgm:pt modelId="{390D1410-0CB7-44D5-903C-C35615DE86E1}" type="pres">
      <dgm:prSet presAssocID="{1B1E513F-BEB7-483A-8F12-A8210AEF19E9}" presName="compNode" presStyleCnt="0"/>
      <dgm:spPr/>
    </dgm:pt>
    <dgm:pt modelId="{C2FCE80A-DCA0-4D7F-8F72-19CB2337E588}" type="pres">
      <dgm:prSet presAssocID="{1B1E513F-BEB7-483A-8F12-A8210AEF19E9}" presName="bgRect" presStyleLbl="bgShp" presStyleIdx="3" presStyleCnt="5"/>
      <dgm:spPr>
        <a:xfrm>
          <a:off x="0" y="37393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1B0B9210-632F-4BB5-B140-1FA20D3CF123}" type="pres">
      <dgm:prSet presAssocID="{1B1E513F-BEB7-483A-8F12-A8210AEF19E9}" presName="iconRect" presStyleLbl="node1" presStyleIdx="3" presStyleCnt="5"/>
      <dgm:spPr>
        <a:noFill/>
        <a:ln>
          <a:noFill/>
        </a:ln>
      </dgm:spPr>
      <dgm:extLst>
        <a:ext uri="{E40237B7-FDA0-4F09-8148-C483321AD2D9}">
          <dgm14:cNvPr xmlns:dgm14="http://schemas.microsoft.com/office/drawing/2010/diagram" id="0" name="" descr="FaxOutline"/>
        </a:ext>
      </dgm:extLst>
    </dgm:pt>
    <dgm:pt modelId="{E9B85894-F3EF-4216-9DD4-962DCF409217}" type="pres">
      <dgm:prSet presAssocID="{1B1E513F-BEB7-483A-8F12-A8210AEF19E9}" presName="spaceRect" presStyleCnt="0"/>
      <dgm:spPr/>
    </dgm:pt>
    <dgm:pt modelId="{3CBA7321-E2AC-48FD-B351-CE3C9A4CE924}" type="pres">
      <dgm:prSet presAssocID="{1B1E513F-BEB7-483A-8F12-A8210AEF19E9}" presName="parTx" presStyleLbl="revTx" presStyleIdx="3" presStyleCnt="5">
        <dgm:presLayoutVars>
          <dgm:chMax val="0"/>
          <dgm:chPref val="0"/>
        </dgm:presLayoutVars>
      </dgm:prSet>
      <dgm:spPr/>
    </dgm:pt>
    <dgm:pt modelId="{5E25F319-BBA5-4820-B2FC-14F8D56BF078}" type="pres">
      <dgm:prSet presAssocID="{D99C9B80-BA48-46B7-8B67-372E2AFD9E86}" presName="sibTrans" presStyleCnt="0"/>
      <dgm:spPr/>
    </dgm:pt>
    <dgm:pt modelId="{A9DA4473-F7AD-4D05-A89E-4317469C9CAC}" type="pres">
      <dgm:prSet presAssocID="{F4A56385-3827-49D1-B533-953BA75136B7}" presName="compNode" presStyleCnt="0"/>
      <dgm:spPr/>
    </dgm:pt>
    <dgm:pt modelId="{343A76ED-9DD6-4B0A-830E-16ED952B3D06}" type="pres">
      <dgm:prSet presAssocID="{F4A56385-3827-49D1-B533-953BA75136B7}" presName="bgRect" presStyleLbl="bgShp" presStyleIdx="4" presStyleCnt="5"/>
      <dgm:spPr>
        <a:xfrm>
          <a:off x="0" y="4984278"/>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C21BED67-1F13-4312-815B-B5C34DAA27F9}" type="pres">
      <dgm:prSet presAssocID="{F4A56385-3827-49D1-B533-953BA75136B7}" presName="iconRect" presStyleLbl="node1" presStyleIdx="4" presStyleCnt="5"/>
      <dgm:spPr>
        <a:noFill/>
        <a:ln>
          <a:noFill/>
        </a:ln>
      </dgm:spPr>
      <dgm:extLst>
        <a:ext uri="{E40237B7-FDA0-4F09-8148-C483321AD2D9}">
          <dgm14:cNvPr xmlns:dgm14="http://schemas.microsoft.com/office/drawing/2010/diagram" id="0" name="" descr="Footer"/>
        </a:ext>
      </dgm:extLst>
    </dgm:pt>
    <dgm:pt modelId="{8854FDB6-04FD-4DEB-9AB6-DDB7E532A353}" type="pres">
      <dgm:prSet presAssocID="{F4A56385-3827-49D1-B533-953BA75136B7}" presName="spaceRect" presStyleCnt="0"/>
      <dgm:spPr/>
    </dgm:pt>
    <dgm:pt modelId="{9260EF14-C09B-4543-88B7-7F45704CBA36}" type="pres">
      <dgm:prSet presAssocID="{F4A56385-3827-49D1-B533-953BA75136B7}" presName="parTx" presStyleLbl="revTx" presStyleIdx="4" presStyleCnt="5">
        <dgm:presLayoutVars>
          <dgm:chMax val="0"/>
          <dgm:chPref val="0"/>
        </dgm:presLayoutVars>
      </dgm:prSet>
      <dgm:spPr/>
    </dgm:pt>
  </dgm:ptLst>
  <dgm:cxnLst>
    <dgm:cxn modelId="{024B121E-3EE5-42C9-97D1-5E0D27C29DC3}" srcId="{162F69A6-0780-49EA-A6A8-3965C12489B2}" destId="{419DF63C-9792-4EF5-9125-1EEF4D07C33F}" srcOrd="2" destOrd="0" parTransId="{2B95E8EF-82FE-4F54-970D-D55C9AD8EC00}" sibTransId="{EA8773AB-BB82-4BF6-944E-80CD2086CE93}"/>
    <dgm:cxn modelId="{D7E7903A-483E-4876-8C77-EEB10661B95B}" type="presOf" srcId="{1B1E513F-BEB7-483A-8F12-A8210AEF19E9}" destId="{3CBA7321-E2AC-48FD-B351-CE3C9A4CE924}" srcOrd="0" destOrd="0" presId="urn:microsoft.com/office/officeart/2018/2/layout/IconVerticalSolidList"/>
    <dgm:cxn modelId="{C9B7BD43-67DC-4CD4-86B0-92B8BFA59068}" type="presOf" srcId="{2B87ECDB-C552-42F6-9B52-6548A18B206B}" destId="{AC018808-9CEA-4C61-8875-3E922AA167D7}" srcOrd="0" destOrd="0" presId="urn:microsoft.com/office/officeart/2018/2/layout/IconVerticalSolidList"/>
    <dgm:cxn modelId="{92648A4D-7D0D-48F5-96E4-BF8EC541B3A9}" type="presOf" srcId="{419DF63C-9792-4EF5-9125-1EEF4D07C33F}" destId="{8409F791-340A-4625-9294-3E680D66DB63}" srcOrd="0" destOrd="0" presId="urn:microsoft.com/office/officeart/2018/2/layout/IconVerticalSolidList"/>
    <dgm:cxn modelId="{DF18896F-7F42-4500-8AD0-6181E8694E28}" type="presOf" srcId="{F4A56385-3827-49D1-B533-953BA75136B7}" destId="{9260EF14-C09B-4543-88B7-7F45704CBA36}" srcOrd="0" destOrd="0" presId="urn:microsoft.com/office/officeart/2018/2/layout/IconVerticalSolidList"/>
    <dgm:cxn modelId="{91AFA996-5E3B-401C-B400-E70DBD4A4AB6}" srcId="{162F69A6-0780-49EA-A6A8-3965C12489B2}" destId="{2B87ECDB-C552-42F6-9B52-6548A18B206B}" srcOrd="1" destOrd="0" parTransId="{0DC560D9-C62C-41BA-8D68-CB78933BFF0C}" sibTransId="{80EFB54F-1AC8-40D9-981D-4C85160A5799}"/>
    <dgm:cxn modelId="{D572C096-14C8-487B-ABCD-6354192B80BA}" srcId="{162F69A6-0780-49EA-A6A8-3965C12489B2}" destId="{F4A56385-3827-49D1-B533-953BA75136B7}" srcOrd="4" destOrd="0" parTransId="{5C6E35C5-B6D6-42D4-9FF2-63E3FEC1E45F}" sibTransId="{E866DA3A-B427-429E-A892-4812B432ED79}"/>
    <dgm:cxn modelId="{813C1BD6-5A4A-43F4-8BF7-0645F72381AA}" srcId="{162F69A6-0780-49EA-A6A8-3965C12489B2}" destId="{30269CC2-8DD6-4402-82F3-18F164A732FF}" srcOrd="0" destOrd="0" parTransId="{4A8A3B18-A3DE-475C-8BF1-FB4B84DDA43B}" sibTransId="{2DAA2C1D-14F6-4BCA-B047-0B53ADD46F43}"/>
    <dgm:cxn modelId="{7F77D1ED-2343-4635-9FDF-CF5C9D2B3315}" type="presOf" srcId="{162F69A6-0780-49EA-A6A8-3965C12489B2}" destId="{05261D3E-3CC7-4C85-9E09-D67FC777908C}" srcOrd="0" destOrd="0" presId="urn:microsoft.com/office/officeart/2018/2/layout/IconVerticalSolidList"/>
    <dgm:cxn modelId="{9CD469EF-CF99-411A-B4B3-5B2C59AF684C}" srcId="{162F69A6-0780-49EA-A6A8-3965C12489B2}" destId="{1B1E513F-BEB7-483A-8F12-A8210AEF19E9}" srcOrd="3" destOrd="0" parTransId="{DB284026-3063-4705-B72C-ADE04469BE6D}" sibTransId="{D99C9B80-BA48-46B7-8B67-372E2AFD9E86}"/>
    <dgm:cxn modelId="{175EB5FF-CD0E-4495-8FA8-F19D1233730A}" type="presOf" srcId="{30269CC2-8DD6-4402-82F3-18F164A732FF}" destId="{F113ED77-1650-49A8-987A-A13C2A50CEA5}" srcOrd="0" destOrd="0" presId="urn:microsoft.com/office/officeart/2018/2/layout/IconVerticalSolidList"/>
    <dgm:cxn modelId="{B6784D09-C55E-4568-A257-9A4C076E72A2}" type="presParOf" srcId="{05261D3E-3CC7-4C85-9E09-D67FC777908C}" destId="{25C6FE9B-AED9-47D9-807F-76A517615FC1}" srcOrd="0" destOrd="0" presId="urn:microsoft.com/office/officeart/2018/2/layout/IconVerticalSolidList"/>
    <dgm:cxn modelId="{918FF3CA-876D-40FA-841A-AB5A28A77ED2}" type="presParOf" srcId="{25C6FE9B-AED9-47D9-807F-76A517615FC1}" destId="{99698387-9DF3-4127-A7DE-FCE3F05A3470}" srcOrd="0" destOrd="0" presId="urn:microsoft.com/office/officeart/2018/2/layout/IconVerticalSolidList"/>
    <dgm:cxn modelId="{9E8C0B32-A7B3-460A-83CF-493652F6403A}" type="presParOf" srcId="{25C6FE9B-AED9-47D9-807F-76A517615FC1}" destId="{B52E1101-E263-4511-8D8F-5A215C912C41}" srcOrd="1" destOrd="0" presId="urn:microsoft.com/office/officeart/2018/2/layout/IconVerticalSolidList"/>
    <dgm:cxn modelId="{BF3562AE-51B6-4827-AC2A-02A6C7EE6F5E}" type="presParOf" srcId="{25C6FE9B-AED9-47D9-807F-76A517615FC1}" destId="{18EFBBAF-BD9F-4030-B8A4-57CCEB350921}" srcOrd="2" destOrd="0" presId="urn:microsoft.com/office/officeart/2018/2/layout/IconVerticalSolidList"/>
    <dgm:cxn modelId="{04E3ADEA-CCED-42DB-834F-C02041D4F81B}" type="presParOf" srcId="{25C6FE9B-AED9-47D9-807F-76A517615FC1}" destId="{F113ED77-1650-49A8-987A-A13C2A50CEA5}" srcOrd="3" destOrd="0" presId="urn:microsoft.com/office/officeart/2018/2/layout/IconVerticalSolidList"/>
    <dgm:cxn modelId="{F6438E6C-D016-4A64-9005-13CAA2685ADD}" type="presParOf" srcId="{05261D3E-3CC7-4C85-9E09-D67FC777908C}" destId="{084D1940-F8FF-48AA-A0CA-908C7645C951}" srcOrd="1" destOrd="0" presId="urn:microsoft.com/office/officeart/2018/2/layout/IconVerticalSolidList"/>
    <dgm:cxn modelId="{CEB88A46-381C-4FB3-B5C2-36F0205865FC}" type="presParOf" srcId="{05261D3E-3CC7-4C85-9E09-D67FC777908C}" destId="{922A9066-91F0-4494-8CF8-01F8511B6028}" srcOrd="2" destOrd="0" presId="urn:microsoft.com/office/officeart/2018/2/layout/IconVerticalSolidList"/>
    <dgm:cxn modelId="{D1B45BFC-BE7D-41A5-ACF1-DDC855C4E453}" type="presParOf" srcId="{922A9066-91F0-4494-8CF8-01F8511B6028}" destId="{FA3369E0-5B38-4FDD-A9F5-22B9810A03F7}" srcOrd="0" destOrd="0" presId="urn:microsoft.com/office/officeart/2018/2/layout/IconVerticalSolidList"/>
    <dgm:cxn modelId="{4643A976-3E27-4CAA-B7FC-B0B83CAF8B1F}" type="presParOf" srcId="{922A9066-91F0-4494-8CF8-01F8511B6028}" destId="{FADE9C4E-BFE3-4374-BE2C-676ED238ACF2}" srcOrd="1" destOrd="0" presId="urn:microsoft.com/office/officeart/2018/2/layout/IconVerticalSolidList"/>
    <dgm:cxn modelId="{D766C06F-7B8D-459C-9FB9-C58229C29760}" type="presParOf" srcId="{922A9066-91F0-4494-8CF8-01F8511B6028}" destId="{7000F0F2-143F-4CAE-BA6B-E9C401E5437A}" srcOrd="2" destOrd="0" presId="urn:microsoft.com/office/officeart/2018/2/layout/IconVerticalSolidList"/>
    <dgm:cxn modelId="{150742EF-413B-4B94-8C6E-7E0DC782FB81}" type="presParOf" srcId="{922A9066-91F0-4494-8CF8-01F8511B6028}" destId="{AC018808-9CEA-4C61-8875-3E922AA167D7}" srcOrd="3" destOrd="0" presId="urn:microsoft.com/office/officeart/2018/2/layout/IconVerticalSolidList"/>
    <dgm:cxn modelId="{8C73B2A2-55AA-4BE8-A101-760B33AD8140}" type="presParOf" srcId="{05261D3E-3CC7-4C85-9E09-D67FC777908C}" destId="{CE46B6BD-FA9F-4C65-8E75-D8C24C71657B}" srcOrd="3" destOrd="0" presId="urn:microsoft.com/office/officeart/2018/2/layout/IconVerticalSolidList"/>
    <dgm:cxn modelId="{18BE3019-0E90-4C32-A988-157009864AD2}" type="presParOf" srcId="{05261D3E-3CC7-4C85-9E09-D67FC777908C}" destId="{B12160B6-4EC8-4B4D-A1B2-F7F5F2795F75}" srcOrd="4" destOrd="0" presId="urn:microsoft.com/office/officeart/2018/2/layout/IconVerticalSolidList"/>
    <dgm:cxn modelId="{2EEC68C7-29BF-4C02-91C1-17C5C78737B5}" type="presParOf" srcId="{B12160B6-4EC8-4B4D-A1B2-F7F5F2795F75}" destId="{DB8ABDAA-976A-4A84-A3C3-277080E19DCA}" srcOrd="0" destOrd="0" presId="urn:microsoft.com/office/officeart/2018/2/layout/IconVerticalSolidList"/>
    <dgm:cxn modelId="{F1D89C2A-76D1-4569-963D-1C92D0A16E1C}" type="presParOf" srcId="{B12160B6-4EC8-4B4D-A1B2-F7F5F2795F75}" destId="{D335376E-740A-4A47-BC5B-3381DE731CE0}" srcOrd="1" destOrd="0" presId="urn:microsoft.com/office/officeart/2018/2/layout/IconVerticalSolidList"/>
    <dgm:cxn modelId="{4E76AE4D-E418-463B-994D-6DDD4BE738C0}" type="presParOf" srcId="{B12160B6-4EC8-4B4D-A1B2-F7F5F2795F75}" destId="{BCDE90E0-E45B-4C79-BE60-A53702208276}" srcOrd="2" destOrd="0" presId="urn:microsoft.com/office/officeart/2018/2/layout/IconVerticalSolidList"/>
    <dgm:cxn modelId="{A3104C94-C425-4DC0-8A01-7FDFF0F35AAA}" type="presParOf" srcId="{B12160B6-4EC8-4B4D-A1B2-F7F5F2795F75}" destId="{8409F791-340A-4625-9294-3E680D66DB63}" srcOrd="3" destOrd="0" presId="urn:microsoft.com/office/officeart/2018/2/layout/IconVerticalSolidList"/>
    <dgm:cxn modelId="{605473B3-8AA5-4EE0-BFBA-3AB749038A35}" type="presParOf" srcId="{05261D3E-3CC7-4C85-9E09-D67FC777908C}" destId="{D4892BA4-47FA-499C-84FA-3A971E9AFE41}" srcOrd="5" destOrd="0" presId="urn:microsoft.com/office/officeart/2018/2/layout/IconVerticalSolidList"/>
    <dgm:cxn modelId="{CC9F31C5-774B-4FC3-9646-7E0EFDB54727}" type="presParOf" srcId="{05261D3E-3CC7-4C85-9E09-D67FC777908C}" destId="{390D1410-0CB7-44D5-903C-C35615DE86E1}" srcOrd="6" destOrd="0" presId="urn:microsoft.com/office/officeart/2018/2/layout/IconVerticalSolidList"/>
    <dgm:cxn modelId="{34A9E1BF-6D83-4701-9E7B-CBCD8074AEAA}" type="presParOf" srcId="{390D1410-0CB7-44D5-903C-C35615DE86E1}" destId="{C2FCE80A-DCA0-4D7F-8F72-19CB2337E588}" srcOrd="0" destOrd="0" presId="urn:microsoft.com/office/officeart/2018/2/layout/IconVerticalSolidList"/>
    <dgm:cxn modelId="{2682A58B-536A-49D1-A507-E48E245F1609}" type="presParOf" srcId="{390D1410-0CB7-44D5-903C-C35615DE86E1}" destId="{1B0B9210-632F-4BB5-B140-1FA20D3CF123}" srcOrd="1" destOrd="0" presId="urn:microsoft.com/office/officeart/2018/2/layout/IconVerticalSolidList"/>
    <dgm:cxn modelId="{59D669F7-8B16-4888-95F6-5986C0AFE631}" type="presParOf" srcId="{390D1410-0CB7-44D5-903C-C35615DE86E1}" destId="{E9B85894-F3EF-4216-9DD4-962DCF409217}" srcOrd="2" destOrd="0" presId="urn:microsoft.com/office/officeart/2018/2/layout/IconVerticalSolidList"/>
    <dgm:cxn modelId="{BD8D7B70-D5A5-475A-9EAE-2DF74A65E7A7}" type="presParOf" srcId="{390D1410-0CB7-44D5-903C-C35615DE86E1}" destId="{3CBA7321-E2AC-48FD-B351-CE3C9A4CE924}" srcOrd="3" destOrd="0" presId="urn:microsoft.com/office/officeart/2018/2/layout/IconVerticalSolidList"/>
    <dgm:cxn modelId="{A54D5403-F787-4964-8489-63C75BE2EFB6}" type="presParOf" srcId="{05261D3E-3CC7-4C85-9E09-D67FC777908C}" destId="{5E25F319-BBA5-4820-B2FC-14F8D56BF078}" srcOrd="7" destOrd="0" presId="urn:microsoft.com/office/officeart/2018/2/layout/IconVerticalSolidList"/>
    <dgm:cxn modelId="{B5AAF852-AE2E-40BE-BC22-1382A2AD5A44}" type="presParOf" srcId="{05261D3E-3CC7-4C85-9E09-D67FC777908C}" destId="{A9DA4473-F7AD-4D05-A89E-4317469C9CAC}" srcOrd="8" destOrd="0" presId="urn:microsoft.com/office/officeart/2018/2/layout/IconVerticalSolidList"/>
    <dgm:cxn modelId="{80161854-1670-4BD7-9912-A0DFE5201001}" type="presParOf" srcId="{A9DA4473-F7AD-4D05-A89E-4317469C9CAC}" destId="{343A76ED-9DD6-4B0A-830E-16ED952B3D06}" srcOrd="0" destOrd="0" presId="urn:microsoft.com/office/officeart/2018/2/layout/IconVerticalSolidList"/>
    <dgm:cxn modelId="{17AEC66B-BBFF-4EF5-B894-6B5A992F362F}" type="presParOf" srcId="{A9DA4473-F7AD-4D05-A89E-4317469C9CAC}" destId="{C21BED67-1F13-4312-815B-B5C34DAA27F9}" srcOrd="1" destOrd="0" presId="urn:microsoft.com/office/officeart/2018/2/layout/IconVerticalSolidList"/>
    <dgm:cxn modelId="{D35FF1B4-6B78-4ECE-976F-17DFD749DB9F}" type="presParOf" srcId="{A9DA4473-F7AD-4D05-A89E-4317469C9CAC}" destId="{8854FDB6-04FD-4DEB-9AB6-DDB7E532A353}" srcOrd="2" destOrd="0" presId="urn:microsoft.com/office/officeart/2018/2/layout/IconVerticalSolidList"/>
    <dgm:cxn modelId="{00C148E5-B634-4CBF-973D-0F5A3C5E09C8}" type="presParOf" srcId="{A9DA4473-F7AD-4D05-A89E-4317469C9CAC}" destId="{9260EF14-C09B-4543-88B7-7F45704CBA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50389D-0681-4AB0-9C09-B8E2E269C2B9}" type="doc">
      <dgm:prSet loTypeId="urn:microsoft.com/office/officeart/2005/8/layout/default" loCatId="list" qsTypeId="urn:microsoft.com/office/officeart/2005/8/quickstyle/simple3" qsCatId="simple" csTypeId="urn:microsoft.com/office/officeart/2005/8/colors/accent2_3" csCatId="accent2" phldr="1"/>
      <dgm:spPr/>
      <dgm:t>
        <a:bodyPr/>
        <a:lstStyle/>
        <a:p>
          <a:endParaRPr lang="en-IN"/>
        </a:p>
      </dgm:t>
    </dgm:pt>
    <dgm:pt modelId="{4A580D6A-B25C-4287-BD74-7DE84EE3851B}">
      <dgm:prSet phldrT="[Text]" custT="1"/>
      <dgm:spPr/>
      <dgm:t>
        <a:bodyPr/>
        <a:lstStyle/>
        <a:p>
          <a:r>
            <a:rPr lang="en-IN" sz="2400" b="1" dirty="0"/>
            <a:t>char</a:t>
          </a:r>
          <a:br>
            <a:rPr lang="en-IN" sz="1400" dirty="0"/>
          </a:br>
          <a:r>
            <a:rPr lang="en-IN" sz="1400" b="0" i="0" dirty="0"/>
            <a:t>Character data type allows its variable to store only a single character. The size of the character is 1 byte. It is the most basic data type in C. It stores a single character and requires a single byte of memory in almost all compilers.</a:t>
          </a:r>
          <a:endParaRPr lang="en-IN" sz="1400" dirty="0"/>
        </a:p>
      </dgm:t>
    </dgm:pt>
    <dgm:pt modelId="{9A3A470F-6877-4021-A594-7F569B05C911}" type="parTrans" cxnId="{322AEFC4-B131-405E-AE1C-549150699534}">
      <dgm:prSet/>
      <dgm:spPr/>
      <dgm:t>
        <a:bodyPr/>
        <a:lstStyle/>
        <a:p>
          <a:endParaRPr lang="en-IN"/>
        </a:p>
      </dgm:t>
    </dgm:pt>
    <dgm:pt modelId="{650DB009-4F5E-436F-AB09-8E3E22BC13EC}" type="sibTrans" cxnId="{322AEFC4-B131-405E-AE1C-549150699534}">
      <dgm:prSet/>
      <dgm:spPr/>
      <dgm:t>
        <a:bodyPr/>
        <a:lstStyle/>
        <a:p>
          <a:endParaRPr lang="en-IN"/>
        </a:p>
      </dgm:t>
    </dgm:pt>
    <dgm:pt modelId="{84B5FAB8-06C0-42BE-B91D-3BE529FB4A67}">
      <dgm:prSet phldrT="[Text]" custT="1"/>
      <dgm:spPr/>
      <dgm:t>
        <a:bodyPr/>
        <a:lstStyle/>
        <a:p>
          <a:r>
            <a:rPr lang="en-IN" sz="2400" b="1" dirty="0"/>
            <a:t>int</a:t>
          </a:r>
          <a:br>
            <a:rPr lang="en-IN" sz="1400" dirty="0"/>
          </a:br>
          <a:r>
            <a:rPr lang="en-IN" sz="1400" b="0" i="0" dirty="0"/>
            <a:t>The integer datatype in C is used to store the integer numbers (any number including positive, negative and zero without decimal part). Octal values, hexadecimal values, and decimal values can be stored in int data type in C</a:t>
          </a:r>
          <a:endParaRPr lang="en-IN" sz="1400" dirty="0"/>
        </a:p>
      </dgm:t>
    </dgm:pt>
    <dgm:pt modelId="{AFD5A588-9390-474C-8FBA-BEEB821C9BB2}" type="parTrans" cxnId="{1DBE3ECD-2B95-4DD5-B36E-1477774AAA6C}">
      <dgm:prSet/>
      <dgm:spPr/>
      <dgm:t>
        <a:bodyPr/>
        <a:lstStyle/>
        <a:p>
          <a:endParaRPr lang="en-IN"/>
        </a:p>
      </dgm:t>
    </dgm:pt>
    <dgm:pt modelId="{DC41E0EC-6CCC-4C22-9B4A-61363F4C348A}" type="sibTrans" cxnId="{1DBE3ECD-2B95-4DD5-B36E-1477774AAA6C}">
      <dgm:prSet/>
      <dgm:spPr/>
      <dgm:t>
        <a:bodyPr/>
        <a:lstStyle/>
        <a:p>
          <a:endParaRPr lang="en-IN"/>
        </a:p>
      </dgm:t>
    </dgm:pt>
    <dgm:pt modelId="{E4F3AA7E-61F4-4FC4-88E9-3908734E1931}">
      <dgm:prSet phldrT="[Text]" custT="1"/>
      <dgm:spPr/>
      <dgm:t>
        <a:bodyPr/>
        <a:lstStyle/>
        <a:p>
          <a:r>
            <a:rPr lang="en-IN" sz="2400" b="1" dirty="0"/>
            <a:t>Float</a:t>
          </a:r>
          <a:br>
            <a:rPr lang="en-IN" sz="1300" dirty="0"/>
          </a:br>
          <a:r>
            <a:rPr lang="en-IN" sz="1400" b="0" i="0" dirty="0"/>
            <a:t>In C programming </a:t>
          </a:r>
          <a:r>
            <a:rPr lang="en-IN" sz="1400" b="0" i="0" dirty="0">
              <a:hlinkClick xmlns:r="http://schemas.openxmlformats.org/officeDocument/2006/relationships" r:id="rId1"/>
            </a:rPr>
            <a:t>float data type</a:t>
          </a:r>
          <a:r>
            <a:rPr lang="en-IN" sz="1400" b="0" i="0" dirty="0"/>
            <a:t> is used to store floating-point values. Float in C is used to store decimal and exponential values. It is used to store decimal numbers (numbers with floating point values) with single precision.</a:t>
          </a:r>
          <a:endParaRPr lang="en-IN" sz="1400" dirty="0"/>
        </a:p>
      </dgm:t>
    </dgm:pt>
    <dgm:pt modelId="{952275A2-4503-4392-826B-19C400E2E0C9}" type="parTrans" cxnId="{9D5BCC76-820A-4AEA-97D3-252B93BA4BB4}">
      <dgm:prSet/>
      <dgm:spPr/>
      <dgm:t>
        <a:bodyPr/>
        <a:lstStyle/>
        <a:p>
          <a:endParaRPr lang="en-IN"/>
        </a:p>
      </dgm:t>
    </dgm:pt>
    <dgm:pt modelId="{8FC4D74D-8922-41E9-8A8A-66651E8F1C9E}" type="sibTrans" cxnId="{9D5BCC76-820A-4AEA-97D3-252B93BA4BB4}">
      <dgm:prSet/>
      <dgm:spPr/>
      <dgm:t>
        <a:bodyPr/>
        <a:lstStyle/>
        <a:p>
          <a:endParaRPr lang="en-IN"/>
        </a:p>
      </dgm:t>
    </dgm:pt>
    <dgm:pt modelId="{F14F9D29-4667-4147-9959-6C08E0E291DF}">
      <dgm:prSet phldrT="[Text]" custT="1"/>
      <dgm:spPr/>
      <dgm:t>
        <a:bodyPr/>
        <a:lstStyle/>
        <a:p>
          <a:r>
            <a:rPr lang="en-IN" sz="2400" b="1" dirty="0"/>
            <a:t>double</a:t>
          </a:r>
          <a:br>
            <a:rPr lang="en-IN" sz="1400" dirty="0"/>
          </a:br>
          <a:r>
            <a:rPr lang="en-IN" sz="1400" b="0" i="0" dirty="0"/>
            <a:t>The double data type is basically a precision sort of data type that is capable of holding 64 bits of decimal numbers or floating points. Since double has more precision as compared to that float then it is much more obvious that it occupies twice the memory occupied by the floating-point type. </a:t>
          </a:r>
          <a:endParaRPr lang="en-IN" sz="1400" dirty="0"/>
        </a:p>
      </dgm:t>
    </dgm:pt>
    <dgm:pt modelId="{1238598D-FD2E-4231-BAB9-A6F412E00F59}" type="parTrans" cxnId="{E827278A-BC26-4FA4-827A-FE297EA11174}">
      <dgm:prSet/>
      <dgm:spPr/>
      <dgm:t>
        <a:bodyPr/>
        <a:lstStyle/>
        <a:p>
          <a:endParaRPr lang="en-IN"/>
        </a:p>
      </dgm:t>
    </dgm:pt>
    <dgm:pt modelId="{3AE7937F-A00D-4A78-B8E0-2A3DA06D7A1D}" type="sibTrans" cxnId="{E827278A-BC26-4FA4-827A-FE297EA11174}">
      <dgm:prSet/>
      <dgm:spPr/>
      <dgm:t>
        <a:bodyPr/>
        <a:lstStyle/>
        <a:p>
          <a:endParaRPr lang="en-IN"/>
        </a:p>
      </dgm:t>
    </dgm:pt>
    <dgm:pt modelId="{F57F9E4E-C5C6-4D01-8DA3-C9A57DB543EA}" type="pres">
      <dgm:prSet presAssocID="{0150389D-0681-4AB0-9C09-B8E2E269C2B9}" presName="diagram" presStyleCnt="0">
        <dgm:presLayoutVars>
          <dgm:dir/>
          <dgm:resizeHandles val="exact"/>
        </dgm:presLayoutVars>
      </dgm:prSet>
      <dgm:spPr/>
    </dgm:pt>
    <dgm:pt modelId="{4E5A487B-FA2A-4721-B672-4BE916DF56EE}" type="pres">
      <dgm:prSet presAssocID="{4A580D6A-B25C-4287-BD74-7DE84EE3851B}" presName="node" presStyleLbl="node1" presStyleIdx="0" presStyleCnt="4">
        <dgm:presLayoutVars>
          <dgm:bulletEnabled val="1"/>
        </dgm:presLayoutVars>
      </dgm:prSet>
      <dgm:spPr/>
    </dgm:pt>
    <dgm:pt modelId="{D19E8B2D-FE44-4BF1-B94E-AC27EFCAE7F8}" type="pres">
      <dgm:prSet presAssocID="{650DB009-4F5E-436F-AB09-8E3E22BC13EC}" presName="sibTrans" presStyleCnt="0"/>
      <dgm:spPr/>
    </dgm:pt>
    <dgm:pt modelId="{224550D7-67CE-4B48-A058-3B75EA7F8445}" type="pres">
      <dgm:prSet presAssocID="{84B5FAB8-06C0-42BE-B91D-3BE529FB4A67}" presName="node" presStyleLbl="node1" presStyleIdx="1" presStyleCnt="4">
        <dgm:presLayoutVars>
          <dgm:bulletEnabled val="1"/>
        </dgm:presLayoutVars>
      </dgm:prSet>
      <dgm:spPr/>
    </dgm:pt>
    <dgm:pt modelId="{EB46B75E-6BD5-4E62-8C2D-DE8E1FD9E0F9}" type="pres">
      <dgm:prSet presAssocID="{DC41E0EC-6CCC-4C22-9B4A-61363F4C348A}" presName="sibTrans" presStyleCnt="0"/>
      <dgm:spPr/>
    </dgm:pt>
    <dgm:pt modelId="{8ADEFFF6-6BAE-4920-81D4-0337A4859428}" type="pres">
      <dgm:prSet presAssocID="{E4F3AA7E-61F4-4FC4-88E9-3908734E1931}" presName="node" presStyleLbl="node1" presStyleIdx="2" presStyleCnt="4" custScaleY="116700">
        <dgm:presLayoutVars>
          <dgm:bulletEnabled val="1"/>
        </dgm:presLayoutVars>
      </dgm:prSet>
      <dgm:spPr/>
    </dgm:pt>
    <dgm:pt modelId="{D8130D1F-0665-4E50-9386-4D48F9BCEB84}" type="pres">
      <dgm:prSet presAssocID="{8FC4D74D-8922-41E9-8A8A-66651E8F1C9E}" presName="sibTrans" presStyleCnt="0"/>
      <dgm:spPr/>
    </dgm:pt>
    <dgm:pt modelId="{D1CF7D46-57EB-424C-8D69-EC000BA8DABD}" type="pres">
      <dgm:prSet presAssocID="{F14F9D29-4667-4147-9959-6C08E0E291DF}" presName="node" presStyleLbl="node1" presStyleIdx="3" presStyleCnt="4" custScaleY="115553">
        <dgm:presLayoutVars>
          <dgm:bulletEnabled val="1"/>
        </dgm:presLayoutVars>
      </dgm:prSet>
      <dgm:spPr/>
    </dgm:pt>
  </dgm:ptLst>
  <dgm:cxnLst>
    <dgm:cxn modelId="{379C791D-5CCF-4F59-8608-197C9FCDC0CE}" type="presOf" srcId="{0150389D-0681-4AB0-9C09-B8E2E269C2B9}" destId="{F57F9E4E-C5C6-4D01-8DA3-C9A57DB543EA}" srcOrd="0" destOrd="0" presId="urn:microsoft.com/office/officeart/2005/8/layout/default"/>
    <dgm:cxn modelId="{2807D835-8058-43BE-AA9C-85D4EC3155D4}" type="presOf" srcId="{4A580D6A-B25C-4287-BD74-7DE84EE3851B}" destId="{4E5A487B-FA2A-4721-B672-4BE916DF56EE}" srcOrd="0" destOrd="0" presId="urn:microsoft.com/office/officeart/2005/8/layout/default"/>
    <dgm:cxn modelId="{9D5BCC76-820A-4AEA-97D3-252B93BA4BB4}" srcId="{0150389D-0681-4AB0-9C09-B8E2E269C2B9}" destId="{E4F3AA7E-61F4-4FC4-88E9-3908734E1931}" srcOrd="2" destOrd="0" parTransId="{952275A2-4503-4392-826B-19C400E2E0C9}" sibTransId="{8FC4D74D-8922-41E9-8A8A-66651E8F1C9E}"/>
    <dgm:cxn modelId="{E827278A-BC26-4FA4-827A-FE297EA11174}" srcId="{0150389D-0681-4AB0-9C09-B8E2E269C2B9}" destId="{F14F9D29-4667-4147-9959-6C08E0E291DF}" srcOrd="3" destOrd="0" parTransId="{1238598D-FD2E-4231-BAB9-A6F412E00F59}" sibTransId="{3AE7937F-A00D-4A78-B8E0-2A3DA06D7A1D}"/>
    <dgm:cxn modelId="{322AEFC4-B131-405E-AE1C-549150699534}" srcId="{0150389D-0681-4AB0-9C09-B8E2E269C2B9}" destId="{4A580D6A-B25C-4287-BD74-7DE84EE3851B}" srcOrd="0" destOrd="0" parTransId="{9A3A470F-6877-4021-A594-7F569B05C911}" sibTransId="{650DB009-4F5E-436F-AB09-8E3E22BC13EC}"/>
    <dgm:cxn modelId="{D5EFBBCA-A44E-41B9-87DB-72CFB7811AD0}" type="presOf" srcId="{84B5FAB8-06C0-42BE-B91D-3BE529FB4A67}" destId="{224550D7-67CE-4B48-A058-3B75EA7F8445}" srcOrd="0" destOrd="0" presId="urn:microsoft.com/office/officeart/2005/8/layout/default"/>
    <dgm:cxn modelId="{1DBE3ECD-2B95-4DD5-B36E-1477774AAA6C}" srcId="{0150389D-0681-4AB0-9C09-B8E2E269C2B9}" destId="{84B5FAB8-06C0-42BE-B91D-3BE529FB4A67}" srcOrd="1" destOrd="0" parTransId="{AFD5A588-9390-474C-8FBA-BEEB821C9BB2}" sibTransId="{DC41E0EC-6CCC-4C22-9B4A-61363F4C348A}"/>
    <dgm:cxn modelId="{FD5408D0-A12F-4E70-8EB4-718A793C74BA}" type="presOf" srcId="{F14F9D29-4667-4147-9959-6C08E0E291DF}" destId="{D1CF7D46-57EB-424C-8D69-EC000BA8DABD}" srcOrd="0" destOrd="0" presId="urn:microsoft.com/office/officeart/2005/8/layout/default"/>
    <dgm:cxn modelId="{7B0473D4-A65D-4F97-8B55-9F156BFF3A70}" type="presOf" srcId="{E4F3AA7E-61F4-4FC4-88E9-3908734E1931}" destId="{8ADEFFF6-6BAE-4920-81D4-0337A4859428}" srcOrd="0" destOrd="0" presId="urn:microsoft.com/office/officeart/2005/8/layout/default"/>
    <dgm:cxn modelId="{18CA04D5-2261-4092-A416-F8CF054BBB21}" type="presParOf" srcId="{F57F9E4E-C5C6-4D01-8DA3-C9A57DB543EA}" destId="{4E5A487B-FA2A-4721-B672-4BE916DF56EE}" srcOrd="0" destOrd="0" presId="urn:microsoft.com/office/officeart/2005/8/layout/default"/>
    <dgm:cxn modelId="{7AD3B7FF-B229-4146-8EB3-67707D57FD45}" type="presParOf" srcId="{F57F9E4E-C5C6-4D01-8DA3-C9A57DB543EA}" destId="{D19E8B2D-FE44-4BF1-B94E-AC27EFCAE7F8}" srcOrd="1" destOrd="0" presId="urn:microsoft.com/office/officeart/2005/8/layout/default"/>
    <dgm:cxn modelId="{2986B087-7917-4DA6-9EE9-12A61F1F2F2E}" type="presParOf" srcId="{F57F9E4E-C5C6-4D01-8DA3-C9A57DB543EA}" destId="{224550D7-67CE-4B48-A058-3B75EA7F8445}" srcOrd="2" destOrd="0" presId="urn:microsoft.com/office/officeart/2005/8/layout/default"/>
    <dgm:cxn modelId="{8F633368-47D2-4B96-9338-A0309F1A381F}" type="presParOf" srcId="{F57F9E4E-C5C6-4D01-8DA3-C9A57DB543EA}" destId="{EB46B75E-6BD5-4E62-8C2D-DE8E1FD9E0F9}" srcOrd="3" destOrd="0" presId="urn:microsoft.com/office/officeart/2005/8/layout/default"/>
    <dgm:cxn modelId="{491573F3-BFF1-4C58-B136-C58383EC9399}" type="presParOf" srcId="{F57F9E4E-C5C6-4D01-8DA3-C9A57DB543EA}" destId="{8ADEFFF6-6BAE-4920-81D4-0337A4859428}" srcOrd="4" destOrd="0" presId="urn:microsoft.com/office/officeart/2005/8/layout/default"/>
    <dgm:cxn modelId="{737A9C32-638B-47FD-B490-D4A2910D83AE}" type="presParOf" srcId="{F57F9E4E-C5C6-4D01-8DA3-C9A57DB543EA}" destId="{D8130D1F-0665-4E50-9386-4D48F9BCEB84}" srcOrd="5" destOrd="0" presId="urn:microsoft.com/office/officeart/2005/8/layout/default"/>
    <dgm:cxn modelId="{A2DEF376-CC2F-44E4-B953-CC6490F30447}" type="presParOf" srcId="{F57F9E4E-C5C6-4D01-8DA3-C9A57DB543EA}" destId="{D1CF7D46-57EB-424C-8D69-EC000BA8DABD}"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150389D-0681-4AB0-9C09-B8E2E269C2B9}" type="doc">
      <dgm:prSet loTypeId="urn:microsoft.com/office/officeart/2005/8/layout/default" loCatId="list" qsTypeId="urn:microsoft.com/office/officeart/2005/8/quickstyle/simple3" qsCatId="simple" csTypeId="urn:microsoft.com/office/officeart/2005/8/colors/accent2_3" csCatId="accent2" phldr="1"/>
      <dgm:spPr/>
      <dgm:t>
        <a:bodyPr/>
        <a:lstStyle/>
        <a:p>
          <a:endParaRPr lang="en-IN"/>
        </a:p>
      </dgm:t>
    </dgm:pt>
    <dgm:pt modelId="{4A580D6A-B25C-4287-BD74-7DE84EE3851B}">
      <dgm:prSet phldrT="[Text]" custT="1"/>
      <dgm:spPr/>
      <dgm:t>
        <a:bodyPr/>
        <a:lstStyle/>
        <a:p>
          <a:r>
            <a:rPr lang="en-IN" sz="2400" b="1" dirty="0"/>
            <a:t>Array</a:t>
          </a:r>
          <a:br>
            <a:rPr lang="en-IN" sz="1500" dirty="0"/>
          </a:br>
          <a:r>
            <a:rPr lang="en-IN" sz="1500" b="0" i="0" dirty="0"/>
            <a:t>Array in C is a fixed-size collection of similar data items stored in contiguous memory locations. An array is capable of storing the collection of data of primitive, derived, and user-defined data types.</a:t>
          </a:r>
          <a:endParaRPr lang="en-IN" sz="1500" dirty="0"/>
        </a:p>
      </dgm:t>
    </dgm:pt>
    <dgm:pt modelId="{9A3A470F-6877-4021-A594-7F569B05C911}" type="parTrans" cxnId="{322AEFC4-B131-405E-AE1C-549150699534}">
      <dgm:prSet/>
      <dgm:spPr/>
      <dgm:t>
        <a:bodyPr/>
        <a:lstStyle/>
        <a:p>
          <a:endParaRPr lang="en-IN"/>
        </a:p>
      </dgm:t>
    </dgm:pt>
    <dgm:pt modelId="{650DB009-4F5E-436F-AB09-8E3E22BC13EC}" type="sibTrans" cxnId="{322AEFC4-B131-405E-AE1C-549150699534}">
      <dgm:prSet/>
      <dgm:spPr/>
      <dgm:t>
        <a:bodyPr/>
        <a:lstStyle/>
        <a:p>
          <a:endParaRPr lang="en-IN"/>
        </a:p>
      </dgm:t>
    </dgm:pt>
    <dgm:pt modelId="{84B5FAB8-06C0-42BE-B91D-3BE529FB4A67}">
      <dgm:prSet phldrT="[Text]" custT="1"/>
      <dgm:spPr/>
      <dgm:t>
        <a:bodyPr/>
        <a:lstStyle/>
        <a:p>
          <a:r>
            <a:rPr lang="en-IN" sz="2400" b="1" dirty="0"/>
            <a:t>Pointer</a:t>
          </a:r>
          <a:br>
            <a:rPr lang="en-IN" sz="1600" dirty="0"/>
          </a:br>
          <a:r>
            <a:rPr lang="en-IN" sz="1600" b="0" i="0" dirty="0"/>
            <a:t>A pointer in C language is a data type that stores the address where data is stored. Pointers store memory addresses of variables, functions, and even other pointers.</a:t>
          </a:r>
          <a:br>
            <a:rPr lang="en-IN" sz="1600" dirty="0"/>
          </a:br>
          <a:endParaRPr lang="en-IN" sz="1600" dirty="0"/>
        </a:p>
      </dgm:t>
    </dgm:pt>
    <dgm:pt modelId="{AFD5A588-9390-474C-8FBA-BEEB821C9BB2}" type="parTrans" cxnId="{1DBE3ECD-2B95-4DD5-B36E-1477774AAA6C}">
      <dgm:prSet/>
      <dgm:spPr/>
      <dgm:t>
        <a:bodyPr/>
        <a:lstStyle/>
        <a:p>
          <a:endParaRPr lang="en-IN"/>
        </a:p>
      </dgm:t>
    </dgm:pt>
    <dgm:pt modelId="{DC41E0EC-6CCC-4C22-9B4A-61363F4C348A}" type="sibTrans" cxnId="{1DBE3ECD-2B95-4DD5-B36E-1477774AAA6C}">
      <dgm:prSet/>
      <dgm:spPr/>
      <dgm:t>
        <a:bodyPr/>
        <a:lstStyle/>
        <a:p>
          <a:endParaRPr lang="en-IN"/>
        </a:p>
      </dgm:t>
    </dgm:pt>
    <dgm:pt modelId="{E4F3AA7E-61F4-4FC4-88E9-3908734E1931}">
      <dgm:prSet phldrT="[Text]" custT="1"/>
      <dgm:spPr/>
      <dgm:t>
        <a:bodyPr/>
        <a:lstStyle/>
        <a:p>
          <a:r>
            <a:rPr lang="en-IN" sz="2400" b="1" dirty="0"/>
            <a:t>Function</a:t>
          </a:r>
          <a:br>
            <a:rPr lang="en-IN" sz="1400" dirty="0"/>
          </a:br>
          <a:r>
            <a:rPr lang="en-IN" sz="1400" b="0" i="0" dirty="0"/>
            <a:t>A function is called a C language construct which consists of a function-body associated with a function-name. In every program in C language, execution begins from the main function, which gets terminated after completing some operations which may include invoking other functions.</a:t>
          </a:r>
          <a:endParaRPr lang="en-IN" sz="1400" dirty="0"/>
        </a:p>
      </dgm:t>
    </dgm:pt>
    <dgm:pt modelId="{952275A2-4503-4392-826B-19C400E2E0C9}" type="parTrans" cxnId="{9D5BCC76-820A-4AEA-97D3-252B93BA4BB4}">
      <dgm:prSet/>
      <dgm:spPr/>
      <dgm:t>
        <a:bodyPr/>
        <a:lstStyle/>
        <a:p>
          <a:endParaRPr lang="en-IN"/>
        </a:p>
      </dgm:t>
    </dgm:pt>
    <dgm:pt modelId="{8FC4D74D-8922-41E9-8A8A-66651E8F1C9E}" type="sibTrans" cxnId="{9D5BCC76-820A-4AEA-97D3-252B93BA4BB4}">
      <dgm:prSet/>
      <dgm:spPr/>
      <dgm:t>
        <a:bodyPr/>
        <a:lstStyle/>
        <a:p>
          <a:endParaRPr lang="en-IN"/>
        </a:p>
      </dgm:t>
    </dgm:pt>
    <dgm:pt modelId="{F57F9E4E-C5C6-4D01-8DA3-C9A57DB543EA}" type="pres">
      <dgm:prSet presAssocID="{0150389D-0681-4AB0-9C09-B8E2E269C2B9}" presName="diagram" presStyleCnt="0">
        <dgm:presLayoutVars>
          <dgm:dir/>
          <dgm:resizeHandles val="exact"/>
        </dgm:presLayoutVars>
      </dgm:prSet>
      <dgm:spPr/>
    </dgm:pt>
    <dgm:pt modelId="{4E5A487B-FA2A-4721-B672-4BE916DF56EE}" type="pres">
      <dgm:prSet presAssocID="{4A580D6A-B25C-4287-BD74-7DE84EE3851B}" presName="node" presStyleLbl="node1" presStyleIdx="0" presStyleCnt="3">
        <dgm:presLayoutVars>
          <dgm:bulletEnabled val="1"/>
        </dgm:presLayoutVars>
      </dgm:prSet>
      <dgm:spPr/>
    </dgm:pt>
    <dgm:pt modelId="{D19E8B2D-FE44-4BF1-B94E-AC27EFCAE7F8}" type="pres">
      <dgm:prSet presAssocID="{650DB009-4F5E-436F-AB09-8E3E22BC13EC}" presName="sibTrans" presStyleCnt="0"/>
      <dgm:spPr/>
    </dgm:pt>
    <dgm:pt modelId="{224550D7-67CE-4B48-A058-3B75EA7F8445}" type="pres">
      <dgm:prSet presAssocID="{84B5FAB8-06C0-42BE-B91D-3BE529FB4A67}" presName="node" presStyleLbl="node1" presStyleIdx="1" presStyleCnt="3">
        <dgm:presLayoutVars>
          <dgm:bulletEnabled val="1"/>
        </dgm:presLayoutVars>
      </dgm:prSet>
      <dgm:spPr/>
    </dgm:pt>
    <dgm:pt modelId="{EB46B75E-6BD5-4E62-8C2D-DE8E1FD9E0F9}" type="pres">
      <dgm:prSet presAssocID="{DC41E0EC-6CCC-4C22-9B4A-61363F4C348A}" presName="sibTrans" presStyleCnt="0"/>
      <dgm:spPr/>
    </dgm:pt>
    <dgm:pt modelId="{8ADEFFF6-6BAE-4920-81D4-0337A4859428}" type="pres">
      <dgm:prSet presAssocID="{E4F3AA7E-61F4-4FC4-88E9-3908734E1931}" presName="node" presStyleLbl="node1" presStyleIdx="2" presStyleCnt="3">
        <dgm:presLayoutVars>
          <dgm:bulletEnabled val="1"/>
        </dgm:presLayoutVars>
      </dgm:prSet>
      <dgm:spPr/>
    </dgm:pt>
  </dgm:ptLst>
  <dgm:cxnLst>
    <dgm:cxn modelId="{379C791D-5CCF-4F59-8608-197C9FCDC0CE}" type="presOf" srcId="{0150389D-0681-4AB0-9C09-B8E2E269C2B9}" destId="{F57F9E4E-C5C6-4D01-8DA3-C9A57DB543EA}" srcOrd="0" destOrd="0" presId="urn:microsoft.com/office/officeart/2005/8/layout/default"/>
    <dgm:cxn modelId="{2807D835-8058-43BE-AA9C-85D4EC3155D4}" type="presOf" srcId="{4A580D6A-B25C-4287-BD74-7DE84EE3851B}" destId="{4E5A487B-FA2A-4721-B672-4BE916DF56EE}" srcOrd="0" destOrd="0" presId="urn:microsoft.com/office/officeart/2005/8/layout/default"/>
    <dgm:cxn modelId="{9D5BCC76-820A-4AEA-97D3-252B93BA4BB4}" srcId="{0150389D-0681-4AB0-9C09-B8E2E269C2B9}" destId="{E4F3AA7E-61F4-4FC4-88E9-3908734E1931}" srcOrd="2" destOrd="0" parTransId="{952275A2-4503-4392-826B-19C400E2E0C9}" sibTransId="{8FC4D74D-8922-41E9-8A8A-66651E8F1C9E}"/>
    <dgm:cxn modelId="{322AEFC4-B131-405E-AE1C-549150699534}" srcId="{0150389D-0681-4AB0-9C09-B8E2E269C2B9}" destId="{4A580D6A-B25C-4287-BD74-7DE84EE3851B}" srcOrd="0" destOrd="0" parTransId="{9A3A470F-6877-4021-A594-7F569B05C911}" sibTransId="{650DB009-4F5E-436F-AB09-8E3E22BC13EC}"/>
    <dgm:cxn modelId="{D5EFBBCA-A44E-41B9-87DB-72CFB7811AD0}" type="presOf" srcId="{84B5FAB8-06C0-42BE-B91D-3BE529FB4A67}" destId="{224550D7-67CE-4B48-A058-3B75EA7F8445}" srcOrd="0" destOrd="0" presId="urn:microsoft.com/office/officeart/2005/8/layout/default"/>
    <dgm:cxn modelId="{1DBE3ECD-2B95-4DD5-B36E-1477774AAA6C}" srcId="{0150389D-0681-4AB0-9C09-B8E2E269C2B9}" destId="{84B5FAB8-06C0-42BE-B91D-3BE529FB4A67}" srcOrd="1" destOrd="0" parTransId="{AFD5A588-9390-474C-8FBA-BEEB821C9BB2}" sibTransId="{DC41E0EC-6CCC-4C22-9B4A-61363F4C348A}"/>
    <dgm:cxn modelId="{7B0473D4-A65D-4F97-8B55-9F156BFF3A70}" type="presOf" srcId="{E4F3AA7E-61F4-4FC4-88E9-3908734E1931}" destId="{8ADEFFF6-6BAE-4920-81D4-0337A4859428}" srcOrd="0" destOrd="0" presId="urn:microsoft.com/office/officeart/2005/8/layout/default"/>
    <dgm:cxn modelId="{18CA04D5-2261-4092-A416-F8CF054BBB21}" type="presParOf" srcId="{F57F9E4E-C5C6-4D01-8DA3-C9A57DB543EA}" destId="{4E5A487B-FA2A-4721-B672-4BE916DF56EE}" srcOrd="0" destOrd="0" presId="urn:microsoft.com/office/officeart/2005/8/layout/default"/>
    <dgm:cxn modelId="{7AD3B7FF-B229-4146-8EB3-67707D57FD45}" type="presParOf" srcId="{F57F9E4E-C5C6-4D01-8DA3-C9A57DB543EA}" destId="{D19E8B2D-FE44-4BF1-B94E-AC27EFCAE7F8}" srcOrd="1" destOrd="0" presId="urn:microsoft.com/office/officeart/2005/8/layout/default"/>
    <dgm:cxn modelId="{2986B087-7917-4DA6-9EE9-12A61F1F2F2E}" type="presParOf" srcId="{F57F9E4E-C5C6-4D01-8DA3-C9A57DB543EA}" destId="{224550D7-67CE-4B48-A058-3B75EA7F8445}" srcOrd="2" destOrd="0" presId="urn:microsoft.com/office/officeart/2005/8/layout/default"/>
    <dgm:cxn modelId="{8F633368-47D2-4B96-9338-A0309F1A381F}" type="presParOf" srcId="{F57F9E4E-C5C6-4D01-8DA3-C9A57DB543EA}" destId="{EB46B75E-6BD5-4E62-8C2D-DE8E1FD9E0F9}" srcOrd="3" destOrd="0" presId="urn:microsoft.com/office/officeart/2005/8/layout/default"/>
    <dgm:cxn modelId="{491573F3-BFF1-4C58-B136-C58383EC9399}" type="presParOf" srcId="{F57F9E4E-C5C6-4D01-8DA3-C9A57DB543EA}" destId="{8ADEFFF6-6BAE-4920-81D4-0337A4859428}"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150389D-0681-4AB0-9C09-B8E2E269C2B9}" type="doc">
      <dgm:prSet loTypeId="urn:microsoft.com/office/officeart/2005/8/layout/default" loCatId="list" qsTypeId="urn:microsoft.com/office/officeart/2005/8/quickstyle/simple3" qsCatId="simple" csTypeId="urn:microsoft.com/office/officeart/2005/8/colors/accent2_3" csCatId="accent2" phldr="1"/>
      <dgm:spPr/>
      <dgm:t>
        <a:bodyPr/>
        <a:lstStyle/>
        <a:p>
          <a:endParaRPr lang="en-IN"/>
        </a:p>
      </dgm:t>
    </dgm:pt>
    <dgm:pt modelId="{4A580D6A-B25C-4287-BD74-7DE84EE3851B}">
      <dgm:prSet phldrT="[Text]" custT="1"/>
      <dgm:spPr/>
      <dgm:t>
        <a:bodyPr/>
        <a:lstStyle/>
        <a:p>
          <a:r>
            <a:rPr lang="en-IN" sz="2400" b="1" dirty="0"/>
            <a:t>Structure</a:t>
          </a:r>
          <a:br>
            <a:rPr lang="en-IN" sz="1600" dirty="0"/>
          </a:br>
          <a:r>
            <a:rPr lang="en-IN" sz="1600" b="0" i="0" dirty="0"/>
            <a:t>Structures are used to group items of different types into a single type. The "struct" keyword is used to define a structure. The size of the structure is equal to or greater than the total size of all of its members.</a:t>
          </a:r>
          <a:endParaRPr lang="en-IN" sz="1600" dirty="0"/>
        </a:p>
      </dgm:t>
    </dgm:pt>
    <dgm:pt modelId="{9A3A470F-6877-4021-A594-7F569B05C911}" type="parTrans" cxnId="{322AEFC4-B131-405E-AE1C-549150699534}">
      <dgm:prSet/>
      <dgm:spPr/>
      <dgm:t>
        <a:bodyPr/>
        <a:lstStyle/>
        <a:p>
          <a:endParaRPr lang="en-IN"/>
        </a:p>
      </dgm:t>
    </dgm:pt>
    <dgm:pt modelId="{650DB009-4F5E-436F-AB09-8E3E22BC13EC}" type="sibTrans" cxnId="{322AEFC4-B131-405E-AE1C-549150699534}">
      <dgm:prSet/>
      <dgm:spPr/>
      <dgm:t>
        <a:bodyPr/>
        <a:lstStyle/>
        <a:p>
          <a:endParaRPr lang="en-IN"/>
        </a:p>
      </dgm:t>
    </dgm:pt>
    <dgm:pt modelId="{84B5FAB8-06C0-42BE-B91D-3BE529FB4A67}">
      <dgm:prSet phldrT="[Text]" custT="1"/>
      <dgm:spPr/>
      <dgm:t>
        <a:bodyPr/>
        <a:lstStyle/>
        <a:p>
          <a:r>
            <a:rPr lang="en-IN" sz="2400" b="1" dirty="0"/>
            <a:t>Union</a:t>
          </a:r>
          <a:br>
            <a:rPr lang="en-IN" sz="1300" dirty="0"/>
          </a:br>
          <a:r>
            <a:rPr lang="en-IN" sz="1300" b="0" i="0" dirty="0"/>
            <a:t>Unions are similar to structures in many ways. What makes a union different is that all the members in the union are stored in the same memory location resulting in only one member containing data at the same time. The size of the union is the size of its largest member. Union is declared using the "union" keyword.</a:t>
          </a:r>
          <a:endParaRPr lang="en-IN" sz="1300" dirty="0"/>
        </a:p>
      </dgm:t>
    </dgm:pt>
    <dgm:pt modelId="{AFD5A588-9390-474C-8FBA-BEEB821C9BB2}" type="parTrans" cxnId="{1DBE3ECD-2B95-4DD5-B36E-1477774AAA6C}">
      <dgm:prSet/>
      <dgm:spPr/>
      <dgm:t>
        <a:bodyPr/>
        <a:lstStyle/>
        <a:p>
          <a:endParaRPr lang="en-IN"/>
        </a:p>
      </dgm:t>
    </dgm:pt>
    <dgm:pt modelId="{DC41E0EC-6CCC-4C22-9B4A-61363F4C348A}" type="sibTrans" cxnId="{1DBE3ECD-2B95-4DD5-B36E-1477774AAA6C}">
      <dgm:prSet/>
      <dgm:spPr/>
      <dgm:t>
        <a:bodyPr/>
        <a:lstStyle/>
        <a:p>
          <a:endParaRPr lang="en-IN"/>
        </a:p>
      </dgm:t>
    </dgm:pt>
    <dgm:pt modelId="{E4F3AA7E-61F4-4FC4-88E9-3908734E1931}">
      <dgm:prSet phldrT="[Text]" custT="1"/>
      <dgm:spPr/>
      <dgm:t>
        <a:bodyPr/>
        <a:lstStyle/>
        <a:p>
          <a:r>
            <a:rPr lang="en-IN" sz="2400" b="1" dirty="0"/>
            <a:t>Enum</a:t>
          </a:r>
          <a:br>
            <a:rPr lang="en-IN" sz="1500" dirty="0"/>
          </a:br>
          <a:r>
            <a:rPr lang="en-IN" sz="1500" dirty="0"/>
            <a:t>e</a:t>
          </a:r>
          <a:r>
            <a:rPr lang="en-IN" sz="1500" b="0" i="0" dirty="0"/>
            <a:t>num is short for "Enumeration". It allows the user to create custom data types with a set of named integer constants. The "enum" keyword is used to declare an enumeration. Enum simplifies and makes the program more readable.</a:t>
          </a:r>
          <a:endParaRPr lang="en-IN" sz="1500" dirty="0"/>
        </a:p>
      </dgm:t>
    </dgm:pt>
    <dgm:pt modelId="{952275A2-4503-4392-826B-19C400E2E0C9}" type="parTrans" cxnId="{9D5BCC76-820A-4AEA-97D3-252B93BA4BB4}">
      <dgm:prSet/>
      <dgm:spPr/>
      <dgm:t>
        <a:bodyPr/>
        <a:lstStyle/>
        <a:p>
          <a:endParaRPr lang="en-IN"/>
        </a:p>
      </dgm:t>
    </dgm:pt>
    <dgm:pt modelId="{8FC4D74D-8922-41E9-8A8A-66651E8F1C9E}" type="sibTrans" cxnId="{9D5BCC76-820A-4AEA-97D3-252B93BA4BB4}">
      <dgm:prSet/>
      <dgm:spPr/>
      <dgm:t>
        <a:bodyPr/>
        <a:lstStyle/>
        <a:p>
          <a:endParaRPr lang="en-IN"/>
        </a:p>
      </dgm:t>
    </dgm:pt>
    <dgm:pt modelId="{F57F9E4E-C5C6-4D01-8DA3-C9A57DB543EA}" type="pres">
      <dgm:prSet presAssocID="{0150389D-0681-4AB0-9C09-B8E2E269C2B9}" presName="diagram" presStyleCnt="0">
        <dgm:presLayoutVars>
          <dgm:dir/>
          <dgm:resizeHandles val="exact"/>
        </dgm:presLayoutVars>
      </dgm:prSet>
      <dgm:spPr/>
    </dgm:pt>
    <dgm:pt modelId="{4E5A487B-FA2A-4721-B672-4BE916DF56EE}" type="pres">
      <dgm:prSet presAssocID="{4A580D6A-B25C-4287-BD74-7DE84EE3851B}" presName="node" presStyleLbl="node1" presStyleIdx="0" presStyleCnt="3">
        <dgm:presLayoutVars>
          <dgm:bulletEnabled val="1"/>
        </dgm:presLayoutVars>
      </dgm:prSet>
      <dgm:spPr/>
    </dgm:pt>
    <dgm:pt modelId="{D19E8B2D-FE44-4BF1-B94E-AC27EFCAE7F8}" type="pres">
      <dgm:prSet presAssocID="{650DB009-4F5E-436F-AB09-8E3E22BC13EC}" presName="sibTrans" presStyleCnt="0"/>
      <dgm:spPr/>
    </dgm:pt>
    <dgm:pt modelId="{224550D7-67CE-4B48-A058-3B75EA7F8445}" type="pres">
      <dgm:prSet presAssocID="{84B5FAB8-06C0-42BE-B91D-3BE529FB4A67}" presName="node" presStyleLbl="node1" presStyleIdx="1" presStyleCnt="3">
        <dgm:presLayoutVars>
          <dgm:bulletEnabled val="1"/>
        </dgm:presLayoutVars>
      </dgm:prSet>
      <dgm:spPr/>
    </dgm:pt>
    <dgm:pt modelId="{EB46B75E-6BD5-4E62-8C2D-DE8E1FD9E0F9}" type="pres">
      <dgm:prSet presAssocID="{DC41E0EC-6CCC-4C22-9B4A-61363F4C348A}" presName="sibTrans" presStyleCnt="0"/>
      <dgm:spPr/>
    </dgm:pt>
    <dgm:pt modelId="{8ADEFFF6-6BAE-4920-81D4-0337A4859428}" type="pres">
      <dgm:prSet presAssocID="{E4F3AA7E-61F4-4FC4-88E9-3908734E1931}" presName="node" presStyleLbl="node1" presStyleIdx="2" presStyleCnt="3">
        <dgm:presLayoutVars>
          <dgm:bulletEnabled val="1"/>
        </dgm:presLayoutVars>
      </dgm:prSet>
      <dgm:spPr/>
    </dgm:pt>
  </dgm:ptLst>
  <dgm:cxnLst>
    <dgm:cxn modelId="{379C791D-5CCF-4F59-8608-197C9FCDC0CE}" type="presOf" srcId="{0150389D-0681-4AB0-9C09-B8E2E269C2B9}" destId="{F57F9E4E-C5C6-4D01-8DA3-C9A57DB543EA}" srcOrd="0" destOrd="0" presId="urn:microsoft.com/office/officeart/2005/8/layout/default"/>
    <dgm:cxn modelId="{2807D835-8058-43BE-AA9C-85D4EC3155D4}" type="presOf" srcId="{4A580D6A-B25C-4287-BD74-7DE84EE3851B}" destId="{4E5A487B-FA2A-4721-B672-4BE916DF56EE}" srcOrd="0" destOrd="0" presId="urn:microsoft.com/office/officeart/2005/8/layout/default"/>
    <dgm:cxn modelId="{9D5BCC76-820A-4AEA-97D3-252B93BA4BB4}" srcId="{0150389D-0681-4AB0-9C09-B8E2E269C2B9}" destId="{E4F3AA7E-61F4-4FC4-88E9-3908734E1931}" srcOrd="2" destOrd="0" parTransId="{952275A2-4503-4392-826B-19C400E2E0C9}" sibTransId="{8FC4D74D-8922-41E9-8A8A-66651E8F1C9E}"/>
    <dgm:cxn modelId="{322AEFC4-B131-405E-AE1C-549150699534}" srcId="{0150389D-0681-4AB0-9C09-B8E2E269C2B9}" destId="{4A580D6A-B25C-4287-BD74-7DE84EE3851B}" srcOrd="0" destOrd="0" parTransId="{9A3A470F-6877-4021-A594-7F569B05C911}" sibTransId="{650DB009-4F5E-436F-AB09-8E3E22BC13EC}"/>
    <dgm:cxn modelId="{D5EFBBCA-A44E-41B9-87DB-72CFB7811AD0}" type="presOf" srcId="{84B5FAB8-06C0-42BE-B91D-3BE529FB4A67}" destId="{224550D7-67CE-4B48-A058-3B75EA7F8445}" srcOrd="0" destOrd="0" presId="urn:microsoft.com/office/officeart/2005/8/layout/default"/>
    <dgm:cxn modelId="{1DBE3ECD-2B95-4DD5-B36E-1477774AAA6C}" srcId="{0150389D-0681-4AB0-9C09-B8E2E269C2B9}" destId="{84B5FAB8-06C0-42BE-B91D-3BE529FB4A67}" srcOrd="1" destOrd="0" parTransId="{AFD5A588-9390-474C-8FBA-BEEB821C9BB2}" sibTransId="{DC41E0EC-6CCC-4C22-9B4A-61363F4C348A}"/>
    <dgm:cxn modelId="{7B0473D4-A65D-4F97-8B55-9F156BFF3A70}" type="presOf" srcId="{E4F3AA7E-61F4-4FC4-88E9-3908734E1931}" destId="{8ADEFFF6-6BAE-4920-81D4-0337A4859428}" srcOrd="0" destOrd="0" presId="urn:microsoft.com/office/officeart/2005/8/layout/default"/>
    <dgm:cxn modelId="{18CA04D5-2261-4092-A416-F8CF054BBB21}" type="presParOf" srcId="{F57F9E4E-C5C6-4D01-8DA3-C9A57DB543EA}" destId="{4E5A487B-FA2A-4721-B672-4BE916DF56EE}" srcOrd="0" destOrd="0" presId="urn:microsoft.com/office/officeart/2005/8/layout/default"/>
    <dgm:cxn modelId="{7AD3B7FF-B229-4146-8EB3-67707D57FD45}" type="presParOf" srcId="{F57F9E4E-C5C6-4D01-8DA3-C9A57DB543EA}" destId="{D19E8B2D-FE44-4BF1-B94E-AC27EFCAE7F8}" srcOrd="1" destOrd="0" presId="urn:microsoft.com/office/officeart/2005/8/layout/default"/>
    <dgm:cxn modelId="{2986B087-7917-4DA6-9EE9-12A61F1F2F2E}" type="presParOf" srcId="{F57F9E4E-C5C6-4D01-8DA3-C9A57DB543EA}" destId="{224550D7-67CE-4B48-A058-3B75EA7F8445}" srcOrd="2" destOrd="0" presId="urn:microsoft.com/office/officeart/2005/8/layout/default"/>
    <dgm:cxn modelId="{8F633368-47D2-4B96-9338-A0309F1A381F}" type="presParOf" srcId="{F57F9E4E-C5C6-4D01-8DA3-C9A57DB543EA}" destId="{EB46B75E-6BD5-4E62-8C2D-DE8E1FD9E0F9}" srcOrd="3" destOrd="0" presId="urn:microsoft.com/office/officeart/2005/8/layout/default"/>
    <dgm:cxn modelId="{491573F3-BFF1-4C58-B136-C58383EC9399}" type="presParOf" srcId="{F57F9E4E-C5C6-4D01-8DA3-C9A57DB543EA}" destId="{8ADEFFF6-6BAE-4920-81D4-0337A4859428}"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98387-9DF3-4127-A7DE-FCE3F05A3470}">
      <dsp:nvSpPr>
        <dsp:cNvPr id="0" name=""/>
        <dsp:cNvSpPr/>
      </dsp:nvSpPr>
      <dsp:spPr>
        <a:xfrm>
          <a:off x="0" y="4675"/>
          <a:ext cx="6791323" cy="995920"/>
        </a:xfrm>
        <a:prstGeom prst="rect">
          <a:avLst/>
        </a:prstGeom>
        <a:gradFill rotWithShape="0">
          <a:gsLst>
            <a:gs pos="0">
              <a:schemeClr val="tx1">
                <a:lumMod val="75000"/>
                <a:lumOff val="25000"/>
              </a:schemeClr>
            </a:gs>
            <a:gs pos="15929">
              <a:schemeClr val="tx1">
                <a:lumMod val="85000"/>
                <a:lumOff val="15000"/>
              </a:schemeClr>
            </a:gs>
            <a:gs pos="97000">
              <a:schemeClr val="tx1">
                <a:lumMod val="85000"/>
                <a:lumOff val="15000"/>
              </a:schemeClr>
            </a:gs>
            <a:gs pos="100000">
              <a:schemeClr val="accent2">
                <a:lumMod val="75000"/>
              </a:schemeClr>
            </a:gs>
          </a:gsLst>
          <a:lin ang="10800000" scaled="0"/>
        </a:gradFill>
        <a:ln>
          <a:noFill/>
        </a:ln>
        <a:effectLst/>
      </dsp:spPr>
      <dsp:style>
        <a:lnRef idx="0">
          <a:scrgbClr r="0" g="0" b="0"/>
        </a:lnRef>
        <a:fillRef idx="1">
          <a:scrgbClr r="0" g="0" b="0"/>
        </a:fillRef>
        <a:effectRef idx="0">
          <a:scrgbClr r="0" g="0" b="0"/>
        </a:effectRef>
        <a:fontRef idx="minor"/>
      </dsp:style>
    </dsp:sp>
    <dsp:sp modelId="{B52E1101-E263-4511-8D8F-5A215C912C41}">
      <dsp:nvSpPr>
        <dsp:cNvPr id="0" name=""/>
        <dsp:cNvSpPr/>
      </dsp:nvSpPr>
      <dsp:spPr>
        <a:xfrm>
          <a:off x="301265" y="228757"/>
          <a:ext cx="547756" cy="547756"/>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3ED77-1650-49A8-987A-A13C2A50CEA5}">
      <dsp:nvSpPr>
        <dsp:cNvPr id="0" name=""/>
        <dsp:cNvSpPr/>
      </dsp:nvSpPr>
      <dsp:spPr>
        <a:xfrm>
          <a:off x="1150288" y="4675"/>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Data-Types</a:t>
          </a:r>
        </a:p>
      </dsp:txBody>
      <dsp:txXfrm>
        <a:off x="1150288" y="4675"/>
        <a:ext cx="5641034" cy="995920"/>
      </dsp:txXfrm>
    </dsp:sp>
    <dsp:sp modelId="{FA3369E0-5B38-4FDD-A9F5-22B9810A03F7}">
      <dsp:nvSpPr>
        <dsp:cNvPr id="0" name=""/>
        <dsp:cNvSpPr/>
      </dsp:nvSpPr>
      <dsp:spPr>
        <a:xfrm>
          <a:off x="0" y="1249576"/>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FADE9C4E-BFE3-4374-BE2C-676ED238ACF2}">
      <dsp:nvSpPr>
        <dsp:cNvPr id="0" name=""/>
        <dsp:cNvSpPr/>
      </dsp:nvSpPr>
      <dsp:spPr>
        <a:xfrm>
          <a:off x="333923" y="1473658"/>
          <a:ext cx="547756" cy="547756"/>
        </a:xfrm>
        <a:prstGeom prst="rightArrow">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018808-9CEA-4C61-8875-3E922AA167D7}">
      <dsp:nvSpPr>
        <dsp:cNvPr id="0" name=""/>
        <dsp:cNvSpPr/>
      </dsp:nvSpPr>
      <dsp:spPr>
        <a:xfrm>
          <a:off x="1150288" y="1249576"/>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Useful Typdefs and Define</a:t>
          </a:r>
        </a:p>
      </dsp:txBody>
      <dsp:txXfrm>
        <a:off x="1150288" y="1249576"/>
        <a:ext cx="5641034" cy="995920"/>
      </dsp:txXfrm>
    </dsp:sp>
    <dsp:sp modelId="{DB8ABDAA-976A-4A84-A3C3-277080E19DCA}">
      <dsp:nvSpPr>
        <dsp:cNvPr id="0" name=""/>
        <dsp:cNvSpPr/>
      </dsp:nvSpPr>
      <dsp:spPr>
        <a:xfrm>
          <a:off x="0" y="24944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D335376E-740A-4A47-BC5B-3381DE731CE0}">
      <dsp:nvSpPr>
        <dsp:cNvPr id="0" name=""/>
        <dsp:cNvSpPr/>
      </dsp:nvSpPr>
      <dsp:spPr>
        <a:xfrm>
          <a:off x="301265" y="2718559"/>
          <a:ext cx="547756" cy="547756"/>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09F791-340A-4625-9294-3E680D66DB63}">
      <dsp:nvSpPr>
        <dsp:cNvPr id="0" name=""/>
        <dsp:cNvSpPr/>
      </dsp:nvSpPr>
      <dsp:spPr>
        <a:xfrm>
          <a:off x="1150288" y="24944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Manipulating Bits in Memory</a:t>
          </a:r>
        </a:p>
      </dsp:txBody>
      <dsp:txXfrm>
        <a:off x="1150288" y="2494477"/>
        <a:ext cx="5641034" cy="995920"/>
      </dsp:txXfrm>
    </dsp:sp>
    <dsp:sp modelId="{C2FCE80A-DCA0-4D7F-8F72-19CB2337E588}">
      <dsp:nvSpPr>
        <dsp:cNvPr id="0" name=""/>
        <dsp:cNvSpPr/>
      </dsp:nvSpPr>
      <dsp:spPr>
        <a:xfrm>
          <a:off x="0" y="37393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1B0B9210-632F-4BB5-B140-1FA20D3CF123}">
      <dsp:nvSpPr>
        <dsp:cNvPr id="0" name=""/>
        <dsp:cNvSpPr/>
      </dsp:nvSpPr>
      <dsp:spPr>
        <a:xfrm>
          <a:off x="301265" y="3963460"/>
          <a:ext cx="547756" cy="547756"/>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BA7321-E2AC-48FD-B351-CE3C9A4CE924}">
      <dsp:nvSpPr>
        <dsp:cNvPr id="0" name=""/>
        <dsp:cNvSpPr/>
      </dsp:nvSpPr>
      <dsp:spPr>
        <a:xfrm>
          <a:off x="1150288" y="37393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Accessing Data through Pointers</a:t>
          </a:r>
        </a:p>
      </dsp:txBody>
      <dsp:txXfrm>
        <a:off x="1150288" y="3739377"/>
        <a:ext cx="5641034" cy="995920"/>
      </dsp:txXfrm>
    </dsp:sp>
    <dsp:sp modelId="{343A76ED-9DD6-4B0A-830E-16ED952B3D06}">
      <dsp:nvSpPr>
        <dsp:cNvPr id="0" name=""/>
        <dsp:cNvSpPr/>
      </dsp:nvSpPr>
      <dsp:spPr>
        <a:xfrm>
          <a:off x="0" y="4984278"/>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C21BED67-1F13-4312-815B-B5C34DAA27F9}">
      <dsp:nvSpPr>
        <dsp:cNvPr id="0" name=""/>
        <dsp:cNvSpPr/>
      </dsp:nvSpPr>
      <dsp:spPr>
        <a:xfrm>
          <a:off x="301265" y="5208360"/>
          <a:ext cx="547756" cy="547756"/>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60EF14-C09B-4543-88B7-7F45704CBA36}">
      <dsp:nvSpPr>
        <dsp:cNvPr id="0" name=""/>
        <dsp:cNvSpPr/>
      </dsp:nvSpPr>
      <dsp:spPr>
        <a:xfrm>
          <a:off x="1150288" y="4984278"/>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Structure and Union</a:t>
          </a:r>
        </a:p>
      </dsp:txBody>
      <dsp:txXfrm>
        <a:off x="1150288" y="4984278"/>
        <a:ext cx="5641034" cy="9959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5A487B-FA2A-4721-B672-4BE916DF56EE}">
      <dsp:nvSpPr>
        <dsp:cNvPr id="0" name=""/>
        <dsp:cNvSpPr/>
      </dsp:nvSpPr>
      <dsp:spPr>
        <a:xfrm>
          <a:off x="811" y="776512"/>
          <a:ext cx="3165155" cy="1899093"/>
        </a:xfrm>
        <a:prstGeom prst="rect">
          <a:avLst/>
        </a:prstGeom>
        <a:gradFill rotWithShape="0">
          <a:gsLst>
            <a:gs pos="0">
              <a:schemeClr val="accent2">
                <a:shade val="80000"/>
                <a:hueOff val="0"/>
                <a:satOff val="0"/>
                <a:lumOff val="0"/>
                <a:alphaOff val="0"/>
                <a:lumMod val="110000"/>
                <a:satMod val="105000"/>
                <a:tint val="67000"/>
              </a:schemeClr>
            </a:gs>
            <a:gs pos="50000">
              <a:schemeClr val="accent2">
                <a:shade val="80000"/>
                <a:hueOff val="0"/>
                <a:satOff val="0"/>
                <a:lumOff val="0"/>
                <a:alphaOff val="0"/>
                <a:lumMod val="105000"/>
                <a:satMod val="103000"/>
                <a:tint val="73000"/>
              </a:schemeClr>
            </a:gs>
            <a:gs pos="100000">
              <a:schemeClr val="accent2">
                <a:shade val="8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char</a:t>
          </a:r>
          <a:br>
            <a:rPr lang="en-IN" sz="1400" kern="1200" dirty="0"/>
          </a:br>
          <a:r>
            <a:rPr lang="en-IN" sz="1400" b="0" i="0" kern="1200" dirty="0"/>
            <a:t>Character data type allows its variable to store only a single character. The size of the character is 1 byte. It is the most basic data type in C. It stores a single character and requires a single byte of memory in almost all compilers.</a:t>
          </a:r>
          <a:endParaRPr lang="en-IN" sz="1400" kern="1200" dirty="0"/>
        </a:p>
      </dsp:txBody>
      <dsp:txXfrm>
        <a:off x="811" y="776512"/>
        <a:ext cx="3165155" cy="1899093"/>
      </dsp:txXfrm>
    </dsp:sp>
    <dsp:sp modelId="{224550D7-67CE-4B48-A058-3B75EA7F8445}">
      <dsp:nvSpPr>
        <dsp:cNvPr id="0" name=""/>
        <dsp:cNvSpPr/>
      </dsp:nvSpPr>
      <dsp:spPr>
        <a:xfrm>
          <a:off x="3482482" y="776512"/>
          <a:ext cx="3165155" cy="1899093"/>
        </a:xfrm>
        <a:prstGeom prst="rect">
          <a:avLst/>
        </a:prstGeom>
        <a:gradFill rotWithShape="0">
          <a:gsLst>
            <a:gs pos="0">
              <a:schemeClr val="accent2">
                <a:shade val="80000"/>
                <a:hueOff val="107730"/>
                <a:satOff val="-8881"/>
                <a:lumOff val="10812"/>
                <a:alphaOff val="0"/>
                <a:lumMod val="110000"/>
                <a:satMod val="105000"/>
                <a:tint val="67000"/>
              </a:schemeClr>
            </a:gs>
            <a:gs pos="50000">
              <a:schemeClr val="accent2">
                <a:shade val="80000"/>
                <a:hueOff val="107730"/>
                <a:satOff val="-8881"/>
                <a:lumOff val="10812"/>
                <a:alphaOff val="0"/>
                <a:lumMod val="105000"/>
                <a:satMod val="103000"/>
                <a:tint val="73000"/>
              </a:schemeClr>
            </a:gs>
            <a:gs pos="100000">
              <a:schemeClr val="accent2">
                <a:shade val="80000"/>
                <a:hueOff val="107730"/>
                <a:satOff val="-8881"/>
                <a:lumOff val="1081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int</a:t>
          </a:r>
          <a:br>
            <a:rPr lang="en-IN" sz="1400" kern="1200" dirty="0"/>
          </a:br>
          <a:r>
            <a:rPr lang="en-IN" sz="1400" b="0" i="0" kern="1200" dirty="0"/>
            <a:t>The integer datatype in C is used to store the integer numbers (any number including positive, negative and zero without decimal part). Octal values, hexadecimal values, and decimal values can be stored in int data type in C</a:t>
          </a:r>
          <a:endParaRPr lang="en-IN" sz="1400" kern="1200" dirty="0"/>
        </a:p>
      </dsp:txBody>
      <dsp:txXfrm>
        <a:off x="3482482" y="776512"/>
        <a:ext cx="3165155" cy="1899093"/>
      </dsp:txXfrm>
    </dsp:sp>
    <dsp:sp modelId="{8ADEFFF6-6BAE-4920-81D4-0337A4859428}">
      <dsp:nvSpPr>
        <dsp:cNvPr id="0" name=""/>
        <dsp:cNvSpPr/>
      </dsp:nvSpPr>
      <dsp:spPr>
        <a:xfrm>
          <a:off x="811" y="2992120"/>
          <a:ext cx="3165155" cy="2216241"/>
        </a:xfrm>
        <a:prstGeom prst="rect">
          <a:avLst/>
        </a:prstGeom>
        <a:gradFill rotWithShape="0">
          <a:gsLst>
            <a:gs pos="0">
              <a:schemeClr val="accent2">
                <a:shade val="80000"/>
                <a:hueOff val="215460"/>
                <a:satOff val="-17763"/>
                <a:lumOff val="21625"/>
                <a:alphaOff val="0"/>
                <a:lumMod val="110000"/>
                <a:satMod val="105000"/>
                <a:tint val="67000"/>
              </a:schemeClr>
            </a:gs>
            <a:gs pos="50000">
              <a:schemeClr val="accent2">
                <a:shade val="80000"/>
                <a:hueOff val="215460"/>
                <a:satOff val="-17763"/>
                <a:lumOff val="21625"/>
                <a:alphaOff val="0"/>
                <a:lumMod val="105000"/>
                <a:satMod val="103000"/>
                <a:tint val="73000"/>
              </a:schemeClr>
            </a:gs>
            <a:gs pos="100000">
              <a:schemeClr val="accent2">
                <a:shade val="80000"/>
                <a:hueOff val="215460"/>
                <a:satOff val="-17763"/>
                <a:lumOff val="2162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Float</a:t>
          </a:r>
          <a:br>
            <a:rPr lang="en-IN" sz="1300" kern="1200" dirty="0"/>
          </a:br>
          <a:r>
            <a:rPr lang="en-IN" sz="1400" b="0" i="0" kern="1200" dirty="0"/>
            <a:t>In C programming </a:t>
          </a:r>
          <a:r>
            <a:rPr lang="en-IN" sz="1400" b="0" i="0" kern="1200" dirty="0">
              <a:hlinkClick xmlns:r="http://schemas.openxmlformats.org/officeDocument/2006/relationships" r:id="rId1"/>
            </a:rPr>
            <a:t>float data type</a:t>
          </a:r>
          <a:r>
            <a:rPr lang="en-IN" sz="1400" b="0" i="0" kern="1200" dirty="0"/>
            <a:t> is used to store floating-point values. Float in C is used to store decimal and exponential values. It is used to store decimal numbers (numbers with floating point values) with single precision.</a:t>
          </a:r>
          <a:endParaRPr lang="en-IN" sz="1400" kern="1200" dirty="0"/>
        </a:p>
      </dsp:txBody>
      <dsp:txXfrm>
        <a:off x="811" y="2992120"/>
        <a:ext cx="3165155" cy="2216241"/>
      </dsp:txXfrm>
    </dsp:sp>
    <dsp:sp modelId="{D1CF7D46-57EB-424C-8D69-EC000BA8DABD}">
      <dsp:nvSpPr>
        <dsp:cNvPr id="0" name=""/>
        <dsp:cNvSpPr/>
      </dsp:nvSpPr>
      <dsp:spPr>
        <a:xfrm>
          <a:off x="3482482" y="3003012"/>
          <a:ext cx="3165155" cy="2194459"/>
        </a:xfrm>
        <a:prstGeom prst="rect">
          <a:avLst/>
        </a:prstGeom>
        <a:gradFill rotWithShape="0">
          <a:gsLst>
            <a:gs pos="0">
              <a:schemeClr val="accent2">
                <a:shade val="80000"/>
                <a:hueOff val="323189"/>
                <a:satOff val="-26644"/>
                <a:lumOff val="32437"/>
                <a:alphaOff val="0"/>
                <a:lumMod val="110000"/>
                <a:satMod val="105000"/>
                <a:tint val="67000"/>
              </a:schemeClr>
            </a:gs>
            <a:gs pos="50000">
              <a:schemeClr val="accent2">
                <a:shade val="80000"/>
                <a:hueOff val="323189"/>
                <a:satOff val="-26644"/>
                <a:lumOff val="32437"/>
                <a:alphaOff val="0"/>
                <a:lumMod val="105000"/>
                <a:satMod val="103000"/>
                <a:tint val="73000"/>
              </a:schemeClr>
            </a:gs>
            <a:gs pos="100000">
              <a:schemeClr val="accent2">
                <a:shade val="80000"/>
                <a:hueOff val="323189"/>
                <a:satOff val="-26644"/>
                <a:lumOff val="3243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double</a:t>
          </a:r>
          <a:br>
            <a:rPr lang="en-IN" sz="1400" kern="1200" dirty="0"/>
          </a:br>
          <a:r>
            <a:rPr lang="en-IN" sz="1400" b="0" i="0" kern="1200" dirty="0"/>
            <a:t>The double data type is basically a precision sort of data type that is capable of holding 64 bits of decimal numbers or floating points. Since double has more precision as compared to that float then it is much more obvious that it occupies twice the memory occupied by the floating-point type. </a:t>
          </a:r>
          <a:endParaRPr lang="en-IN" sz="1400" kern="1200" dirty="0"/>
        </a:p>
      </dsp:txBody>
      <dsp:txXfrm>
        <a:off x="3482482" y="3003012"/>
        <a:ext cx="3165155" cy="21944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5A487B-FA2A-4721-B672-4BE916DF56EE}">
      <dsp:nvSpPr>
        <dsp:cNvPr id="0" name=""/>
        <dsp:cNvSpPr/>
      </dsp:nvSpPr>
      <dsp:spPr>
        <a:xfrm>
          <a:off x="811" y="935086"/>
          <a:ext cx="3165155" cy="1899093"/>
        </a:xfrm>
        <a:prstGeom prst="rect">
          <a:avLst/>
        </a:prstGeom>
        <a:gradFill rotWithShape="0">
          <a:gsLst>
            <a:gs pos="0">
              <a:schemeClr val="accent2">
                <a:shade val="80000"/>
                <a:hueOff val="0"/>
                <a:satOff val="0"/>
                <a:lumOff val="0"/>
                <a:alphaOff val="0"/>
                <a:lumMod val="110000"/>
                <a:satMod val="105000"/>
                <a:tint val="67000"/>
              </a:schemeClr>
            </a:gs>
            <a:gs pos="50000">
              <a:schemeClr val="accent2">
                <a:shade val="80000"/>
                <a:hueOff val="0"/>
                <a:satOff val="0"/>
                <a:lumOff val="0"/>
                <a:alphaOff val="0"/>
                <a:lumMod val="105000"/>
                <a:satMod val="103000"/>
                <a:tint val="73000"/>
              </a:schemeClr>
            </a:gs>
            <a:gs pos="100000">
              <a:schemeClr val="accent2">
                <a:shade val="8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Array</a:t>
          </a:r>
          <a:br>
            <a:rPr lang="en-IN" sz="1500" kern="1200" dirty="0"/>
          </a:br>
          <a:r>
            <a:rPr lang="en-IN" sz="1500" b="0" i="0" kern="1200" dirty="0"/>
            <a:t>Array in C is a fixed-size collection of similar data items stored in contiguous memory locations. An array is capable of storing the collection of data of primitive, derived, and user-defined data types.</a:t>
          </a:r>
          <a:endParaRPr lang="en-IN" sz="1500" kern="1200" dirty="0"/>
        </a:p>
      </dsp:txBody>
      <dsp:txXfrm>
        <a:off x="811" y="935086"/>
        <a:ext cx="3165155" cy="1899093"/>
      </dsp:txXfrm>
    </dsp:sp>
    <dsp:sp modelId="{224550D7-67CE-4B48-A058-3B75EA7F8445}">
      <dsp:nvSpPr>
        <dsp:cNvPr id="0" name=""/>
        <dsp:cNvSpPr/>
      </dsp:nvSpPr>
      <dsp:spPr>
        <a:xfrm>
          <a:off x="3482482" y="935086"/>
          <a:ext cx="3165155" cy="1899093"/>
        </a:xfrm>
        <a:prstGeom prst="rect">
          <a:avLst/>
        </a:prstGeom>
        <a:gradFill rotWithShape="0">
          <a:gsLst>
            <a:gs pos="0">
              <a:schemeClr val="accent2">
                <a:shade val="80000"/>
                <a:hueOff val="161595"/>
                <a:satOff val="-13322"/>
                <a:lumOff val="16218"/>
                <a:alphaOff val="0"/>
                <a:lumMod val="110000"/>
                <a:satMod val="105000"/>
                <a:tint val="67000"/>
              </a:schemeClr>
            </a:gs>
            <a:gs pos="50000">
              <a:schemeClr val="accent2">
                <a:shade val="80000"/>
                <a:hueOff val="161595"/>
                <a:satOff val="-13322"/>
                <a:lumOff val="16218"/>
                <a:alphaOff val="0"/>
                <a:lumMod val="105000"/>
                <a:satMod val="103000"/>
                <a:tint val="73000"/>
              </a:schemeClr>
            </a:gs>
            <a:gs pos="100000">
              <a:schemeClr val="accent2">
                <a:shade val="80000"/>
                <a:hueOff val="161595"/>
                <a:satOff val="-13322"/>
                <a:lumOff val="1621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Pointer</a:t>
          </a:r>
          <a:br>
            <a:rPr lang="en-IN" sz="1600" kern="1200" dirty="0"/>
          </a:br>
          <a:r>
            <a:rPr lang="en-IN" sz="1600" b="0" i="0" kern="1200" dirty="0"/>
            <a:t>A pointer in C language is a data type that stores the address where data is stored. Pointers store memory addresses of variables, functions, and even other pointers.</a:t>
          </a:r>
          <a:br>
            <a:rPr lang="en-IN" sz="1600" kern="1200" dirty="0"/>
          </a:br>
          <a:endParaRPr lang="en-IN" sz="1600" kern="1200" dirty="0"/>
        </a:p>
      </dsp:txBody>
      <dsp:txXfrm>
        <a:off x="3482482" y="935086"/>
        <a:ext cx="3165155" cy="1899093"/>
      </dsp:txXfrm>
    </dsp:sp>
    <dsp:sp modelId="{8ADEFFF6-6BAE-4920-81D4-0337A4859428}">
      <dsp:nvSpPr>
        <dsp:cNvPr id="0" name=""/>
        <dsp:cNvSpPr/>
      </dsp:nvSpPr>
      <dsp:spPr>
        <a:xfrm>
          <a:off x="1741647" y="3150695"/>
          <a:ext cx="3165155" cy="1899093"/>
        </a:xfrm>
        <a:prstGeom prst="rect">
          <a:avLst/>
        </a:prstGeom>
        <a:gradFill rotWithShape="0">
          <a:gsLst>
            <a:gs pos="0">
              <a:schemeClr val="accent2">
                <a:shade val="80000"/>
                <a:hueOff val="323189"/>
                <a:satOff val="-26644"/>
                <a:lumOff val="32437"/>
                <a:alphaOff val="0"/>
                <a:lumMod val="110000"/>
                <a:satMod val="105000"/>
                <a:tint val="67000"/>
              </a:schemeClr>
            </a:gs>
            <a:gs pos="50000">
              <a:schemeClr val="accent2">
                <a:shade val="80000"/>
                <a:hueOff val="323189"/>
                <a:satOff val="-26644"/>
                <a:lumOff val="32437"/>
                <a:alphaOff val="0"/>
                <a:lumMod val="105000"/>
                <a:satMod val="103000"/>
                <a:tint val="73000"/>
              </a:schemeClr>
            </a:gs>
            <a:gs pos="100000">
              <a:schemeClr val="accent2">
                <a:shade val="80000"/>
                <a:hueOff val="323189"/>
                <a:satOff val="-26644"/>
                <a:lumOff val="3243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Function</a:t>
          </a:r>
          <a:br>
            <a:rPr lang="en-IN" sz="1400" kern="1200" dirty="0"/>
          </a:br>
          <a:r>
            <a:rPr lang="en-IN" sz="1400" b="0" i="0" kern="1200" dirty="0"/>
            <a:t>A function is called a C language construct which consists of a function-body associated with a function-name. In every program in C language, execution begins from the main function, which gets terminated after completing some operations which may include invoking other functions.</a:t>
          </a:r>
          <a:endParaRPr lang="en-IN" sz="1400" kern="1200" dirty="0"/>
        </a:p>
      </dsp:txBody>
      <dsp:txXfrm>
        <a:off x="1741647" y="3150695"/>
        <a:ext cx="3165155" cy="189909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5A487B-FA2A-4721-B672-4BE916DF56EE}">
      <dsp:nvSpPr>
        <dsp:cNvPr id="0" name=""/>
        <dsp:cNvSpPr/>
      </dsp:nvSpPr>
      <dsp:spPr>
        <a:xfrm>
          <a:off x="811" y="935086"/>
          <a:ext cx="3165155" cy="1899093"/>
        </a:xfrm>
        <a:prstGeom prst="rect">
          <a:avLst/>
        </a:prstGeom>
        <a:gradFill rotWithShape="0">
          <a:gsLst>
            <a:gs pos="0">
              <a:schemeClr val="accent2">
                <a:shade val="80000"/>
                <a:hueOff val="0"/>
                <a:satOff val="0"/>
                <a:lumOff val="0"/>
                <a:alphaOff val="0"/>
                <a:lumMod val="110000"/>
                <a:satMod val="105000"/>
                <a:tint val="67000"/>
              </a:schemeClr>
            </a:gs>
            <a:gs pos="50000">
              <a:schemeClr val="accent2">
                <a:shade val="80000"/>
                <a:hueOff val="0"/>
                <a:satOff val="0"/>
                <a:lumOff val="0"/>
                <a:alphaOff val="0"/>
                <a:lumMod val="105000"/>
                <a:satMod val="103000"/>
                <a:tint val="73000"/>
              </a:schemeClr>
            </a:gs>
            <a:gs pos="100000">
              <a:schemeClr val="accent2">
                <a:shade val="8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Structure</a:t>
          </a:r>
          <a:br>
            <a:rPr lang="en-IN" sz="1600" kern="1200" dirty="0"/>
          </a:br>
          <a:r>
            <a:rPr lang="en-IN" sz="1600" b="0" i="0" kern="1200" dirty="0"/>
            <a:t>Structures are used to group items of different types into a single type. The "struct" keyword is used to define a structure. The size of the structure is equal to or greater than the total size of all of its members.</a:t>
          </a:r>
          <a:endParaRPr lang="en-IN" sz="1600" kern="1200" dirty="0"/>
        </a:p>
      </dsp:txBody>
      <dsp:txXfrm>
        <a:off x="811" y="935086"/>
        <a:ext cx="3165155" cy="1899093"/>
      </dsp:txXfrm>
    </dsp:sp>
    <dsp:sp modelId="{224550D7-67CE-4B48-A058-3B75EA7F8445}">
      <dsp:nvSpPr>
        <dsp:cNvPr id="0" name=""/>
        <dsp:cNvSpPr/>
      </dsp:nvSpPr>
      <dsp:spPr>
        <a:xfrm>
          <a:off x="3482482" y="935086"/>
          <a:ext cx="3165155" cy="1899093"/>
        </a:xfrm>
        <a:prstGeom prst="rect">
          <a:avLst/>
        </a:prstGeom>
        <a:gradFill rotWithShape="0">
          <a:gsLst>
            <a:gs pos="0">
              <a:schemeClr val="accent2">
                <a:shade val="80000"/>
                <a:hueOff val="161595"/>
                <a:satOff val="-13322"/>
                <a:lumOff val="16218"/>
                <a:alphaOff val="0"/>
                <a:lumMod val="110000"/>
                <a:satMod val="105000"/>
                <a:tint val="67000"/>
              </a:schemeClr>
            </a:gs>
            <a:gs pos="50000">
              <a:schemeClr val="accent2">
                <a:shade val="80000"/>
                <a:hueOff val="161595"/>
                <a:satOff val="-13322"/>
                <a:lumOff val="16218"/>
                <a:alphaOff val="0"/>
                <a:lumMod val="105000"/>
                <a:satMod val="103000"/>
                <a:tint val="73000"/>
              </a:schemeClr>
            </a:gs>
            <a:gs pos="100000">
              <a:schemeClr val="accent2">
                <a:shade val="80000"/>
                <a:hueOff val="161595"/>
                <a:satOff val="-13322"/>
                <a:lumOff val="1621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Union</a:t>
          </a:r>
          <a:br>
            <a:rPr lang="en-IN" sz="1300" kern="1200" dirty="0"/>
          </a:br>
          <a:r>
            <a:rPr lang="en-IN" sz="1300" b="0" i="0" kern="1200" dirty="0"/>
            <a:t>Unions are similar to structures in many ways. What makes a union different is that all the members in the union are stored in the same memory location resulting in only one member containing data at the same time. The size of the union is the size of its largest member. Union is declared using the "union" keyword.</a:t>
          </a:r>
          <a:endParaRPr lang="en-IN" sz="1300" kern="1200" dirty="0"/>
        </a:p>
      </dsp:txBody>
      <dsp:txXfrm>
        <a:off x="3482482" y="935086"/>
        <a:ext cx="3165155" cy="1899093"/>
      </dsp:txXfrm>
    </dsp:sp>
    <dsp:sp modelId="{8ADEFFF6-6BAE-4920-81D4-0337A4859428}">
      <dsp:nvSpPr>
        <dsp:cNvPr id="0" name=""/>
        <dsp:cNvSpPr/>
      </dsp:nvSpPr>
      <dsp:spPr>
        <a:xfrm>
          <a:off x="1741647" y="3150695"/>
          <a:ext cx="3165155" cy="1899093"/>
        </a:xfrm>
        <a:prstGeom prst="rect">
          <a:avLst/>
        </a:prstGeom>
        <a:gradFill rotWithShape="0">
          <a:gsLst>
            <a:gs pos="0">
              <a:schemeClr val="accent2">
                <a:shade val="80000"/>
                <a:hueOff val="323189"/>
                <a:satOff val="-26644"/>
                <a:lumOff val="32437"/>
                <a:alphaOff val="0"/>
                <a:lumMod val="110000"/>
                <a:satMod val="105000"/>
                <a:tint val="67000"/>
              </a:schemeClr>
            </a:gs>
            <a:gs pos="50000">
              <a:schemeClr val="accent2">
                <a:shade val="80000"/>
                <a:hueOff val="323189"/>
                <a:satOff val="-26644"/>
                <a:lumOff val="32437"/>
                <a:alphaOff val="0"/>
                <a:lumMod val="105000"/>
                <a:satMod val="103000"/>
                <a:tint val="73000"/>
              </a:schemeClr>
            </a:gs>
            <a:gs pos="100000">
              <a:schemeClr val="accent2">
                <a:shade val="80000"/>
                <a:hueOff val="323189"/>
                <a:satOff val="-26644"/>
                <a:lumOff val="3243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b="1" kern="1200" dirty="0"/>
            <a:t>Enum</a:t>
          </a:r>
          <a:br>
            <a:rPr lang="en-IN" sz="1500" kern="1200" dirty="0"/>
          </a:br>
          <a:r>
            <a:rPr lang="en-IN" sz="1500" kern="1200" dirty="0"/>
            <a:t>e</a:t>
          </a:r>
          <a:r>
            <a:rPr lang="en-IN" sz="1500" b="0" i="0" kern="1200" dirty="0"/>
            <a:t>num is short for "Enumeration". It allows the user to create custom data types with a set of named integer constants. The "enum" keyword is used to declare an enumeration. Enum simplifies and makes the program more readable.</a:t>
          </a:r>
          <a:endParaRPr lang="en-IN" sz="1500" kern="1200" dirty="0"/>
        </a:p>
      </dsp:txBody>
      <dsp:txXfrm>
        <a:off x="1741647" y="3150695"/>
        <a:ext cx="3165155" cy="189909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C10188-DC2C-458D-AB41-143A0BE9A3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9634E15-7196-43FC-B912-C4D8B4A2CE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8416927-5E9C-4E77-85FE-EE4C81C1DE39}" type="datetimeFigureOut">
              <a:rPr lang="en-US" smtClean="0"/>
              <a:t>2/16/2025</a:t>
            </a:fld>
            <a:endParaRPr lang="en-US" dirty="0"/>
          </a:p>
        </p:txBody>
      </p:sp>
      <p:sp>
        <p:nvSpPr>
          <p:cNvPr id="4" name="Footer Placeholder 3">
            <a:extLst>
              <a:ext uri="{FF2B5EF4-FFF2-40B4-BE49-F238E27FC236}">
                <a16:creationId xmlns:a16="http://schemas.microsoft.com/office/drawing/2014/main" id="{89EA2570-D5B6-41CB-96C2-FFC9944668E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5C31B37-7A69-4C30-9B63-29F8242FC2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89B6C8-888A-401B-9F9B-D41D36B6C3E9}" type="slidenum">
              <a:rPr lang="en-US" smtClean="0"/>
              <a:t>‹#›</a:t>
            </a:fld>
            <a:endParaRPr lang="en-US" dirty="0"/>
          </a:p>
        </p:txBody>
      </p:sp>
    </p:spTree>
    <p:extLst>
      <p:ext uri="{BB962C8B-B14F-4D97-AF65-F5344CB8AC3E}">
        <p14:creationId xmlns:p14="http://schemas.microsoft.com/office/powerpoint/2010/main" val="2413100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798B7E-6604-4F74-86DB-B30627D56244}" type="datetimeFigureOut">
              <a:rPr lang="en-US" smtClean="0"/>
              <a:t>2/16/2025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F28A1F-3E69-47E5-AE93-E7F2155A242D}" type="slidenum">
              <a:rPr lang="en-US" smtClean="0"/>
              <a:t>‹#›</a:t>
            </a:fld>
            <a:endParaRPr lang="en-US" dirty="0"/>
          </a:p>
        </p:txBody>
      </p:sp>
    </p:spTree>
    <p:extLst>
      <p:ext uri="{BB962C8B-B14F-4D97-AF65-F5344CB8AC3E}">
        <p14:creationId xmlns:p14="http://schemas.microsoft.com/office/powerpoint/2010/main" val="2075933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3F28A1F-3E69-47E5-AE93-E7F2155A242D}" type="slidenum">
              <a:rPr lang="en-US" smtClean="0"/>
              <a:t>1</a:t>
            </a:fld>
            <a:endParaRPr lang="en-US" dirty="0"/>
          </a:p>
        </p:txBody>
      </p:sp>
    </p:spTree>
    <p:extLst>
      <p:ext uri="{BB962C8B-B14F-4D97-AF65-F5344CB8AC3E}">
        <p14:creationId xmlns:p14="http://schemas.microsoft.com/office/powerpoint/2010/main" val="3626250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3F28A1F-3E69-47E5-AE93-E7F2155A242D}" type="slidenum">
              <a:rPr lang="en-US" smtClean="0"/>
              <a:t>2</a:t>
            </a:fld>
            <a:endParaRPr lang="en-US" dirty="0"/>
          </a:p>
        </p:txBody>
      </p:sp>
    </p:spTree>
    <p:extLst>
      <p:ext uri="{BB962C8B-B14F-4D97-AF65-F5344CB8AC3E}">
        <p14:creationId xmlns:p14="http://schemas.microsoft.com/office/powerpoint/2010/main" val="3008116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3F28A1F-3E69-47E5-AE93-E7F2155A242D}" type="slidenum">
              <a:rPr lang="en-US" smtClean="0"/>
              <a:t>4</a:t>
            </a:fld>
            <a:endParaRPr lang="en-US" dirty="0"/>
          </a:p>
        </p:txBody>
      </p:sp>
    </p:spTree>
    <p:extLst>
      <p:ext uri="{BB962C8B-B14F-4D97-AF65-F5344CB8AC3E}">
        <p14:creationId xmlns:p14="http://schemas.microsoft.com/office/powerpoint/2010/main" val="413103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3F28A1F-3E69-47E5-AE93-E7F2155A242D}" type="slidenum">
              <a:rPr lang="en-US" smtClean="0"/>
              <a:t>12</a:t>
            </a:fld>
            <a:endParaRPr lang="en-US" dirty="0"/>
          </a:p>
        </p:txBody>
      </p:sp>
    </p:spTree>
    <p:extLst>
      <p:ext uri="{BB962C8B-B14F-4D97-AF65-F5344CB8AC3E}">
        <p14:creationId xmlns:p14="http://schemas.microsoft.com/office/powerpoint/2010/main" val="37070425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anchor="b">
            <a:noAutofit/>
          </a:bodyPr>
          <a:lstStyle>
            <a:lvl1pPr>
              <a:lnSpc>
                <a:spcPct val="70000"/>
              </a:lnSpc>
              <a:defRPr sz="7200" spc="-3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226532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anchor="b">
            <a:noAutofit/>
          </a:bodyPr>
          <a:lstStyle>
            <a:lvl1pPr>
              <a:lnSpc>
                <a:spcPct val="70000"/>
              </a:lnSpc>
              <a:defRPr sz="7200" spc="-3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
        <p:nvSpPr>
          <p:cNvPr id="8" name="Picture Placeholder 2">
            <a:extLst>
              <a:ext uri="{FF2B5EF4-FFF2-40B4-BE49-F238E27FC236}">
                <a16:creationId xmlns:a16="http://schemas.microsoft.com/office/drawing/2014/main" id="{2641ECAC-0557-4843-8433-067E4414E2F5}"/>
              </a:ext>
            </a:extLst>
          </p:cNvPr>
          <p:cNvSpPr>
            <a:spLocks noGrp="1"/>
          </p:cNvSpPr>
          <p:nvPr>
            <p:ph type="pic" idx="1" hasCustomPrompt="1"/>
          </p:nvPr>
        </p:nvSpPr>
        <p:spPr>
          <a:xfrm>
            <a:off x="-1" y="0"/>
            <a:ext cx="7512001" cy="6727855"/>
          </a:xfrm>
          <a:solidFill>
            <a:schemeClr val="tx1">
              <a:lumMod val="85000"/>
              <a:lumOff val="15000"/>
            </a:schemeClr>
          </a:solidFill>
        </p:spPr>
        <p:txBody>
          <a:bodyPr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Your Picture Here</a:t>
            </a:r>
          </a:p>
        </p:txBody>
      </p:sp>
    </p:spTree>
    <p:extLst>
      <p:ext uri="{BB962C8B-B14F-4D97-AF65-F5344CB8AC3E}">
        <p14:creationId xmlns:p14="http://schemas.microsoft.com/office/powerpoint/2010/main" val="339438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6"/>
            <a:ext cx="6273800" cy="833663"/>
          </a:xfrm>
          <a:solidFill>
            <a:schemeClr val="accent2">
              <a:lumMod val="50000"/>
            </a:schemeClr>
          </a:solidFill>
        </p:spPr>
        <p:txBody>
          <a:bodyPr tIns="108000" bIns="108000">
            <a:spAutoFit/>
          </a:bodyPr>
          <a:lstStyle>
            <a:lvl1pPr>
              <a:lnSpc>
                <a:spcPct val="100000"/>
              </a:lnSpc>
              <a:defRPr sz="4000"/>
            </a:lvl1pPr>
          </a:lstStyle>
          <a:p>
            <a:r>
              <a:rPr lang="en-US"/>
              <a:t>Click to edit Master title style</a:t>
            </a:r>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62738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83923665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ide">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7"/>
            <a:ext cx="6273800" cy="833663"/>
          </a:xfrm>
          <a:solidFill>
            <a:schemeClr val="accent2">
              <a:lumMod val="50000"/>
            </a:schemeClr>
          </a:solidFill>
        </p:spPr>
        <p:txBody>
          <a:bodyPr vert="horz" lIns="91440" tIns="108000" rIns="91440" bIns="108000" rtlCol="0" anchor="ctr">
            <a:spAutoFit/>
          </a:bodyPr>
          <a:lstStyle>
            <a:lvl1pPr>
              <a:defRPr lang="en-US" sz="400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10515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59457105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Right">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6D3C5ED2-B01D-4104-B193-BC78D76A4646}"/>
              </a:ext>
            </a:extLst>
          </p:cNvPr>
          <p:cNvSpPr>
            <a:spLocks noGrp="1"/>
          </p:cNvSpPr>
          <p:nvPr>
            <p:ph type="pic" idx="11" hasCustomPrompt="1"/>
          </p:nvPr>
        </p:nvSpPr>
        <p:spPr>
          <a:xfrm>
            <a:off x="0" y="0"/>
            <a:ext cx="6305550" cy="6721475"/>
          </a:xfrm>
          <a:noFill/>
        </p:spPr>
        <p:txBody>
          <a:bodyPr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Your Picture Here</a:t>
            </a:r>
          </a:p>
        </p:txBody>
      </p:sp>
      <p:sp>
        <p:nvSpPr>
          <p:cNvPr id="2" name="Title 1">
            <a:extLst>
              <a:ext uri="{FF2B5EF4-FFF2-40B4-BE49-F238E27FC236}">
                <a16:creationId xmlns:a16="http://schemas.microsoft.com/office/drawing/2014/main" id="{FE91AD08-4E28-4191-9B62-EAD61608E5CF}"/>
              </a:ext>
            </a:extLst>
          </p:cNvPr>
          <p:cNvSpPr>
            <a:spLocks noGrp="1"/>
          </p:cNvSpPr>
          <p:nvPr>
            <p:ph type="title" hasCustomPrompt="1"/>
          </p:nvPr>
        </p:nvSpPr>
        <p:spPr>
          <a:xfrm>
            <a:off x="6657974" y="611077"/>
            <a:ext cx="4695825" cy="833663"/>
          </a:xfrm>
          <a:solidFill>
            <a:schemeClr val="accent2">
              <a:lumMod val="50000"/>
            </a:schemeClr>
          </a:solidFill>
        </p:spPr>
        <p:txBody>
          <a:bodyPr wrap="square" tIns="108000" bIns="108000">
            <a:spAutoFit/>
          </a:bodyPr>
          <a:lstStyle>
            <a:lvl1pPr>
              <a:lnSpc>
                <a:spcPct val="100000"/>
              </a:lnSpc>
              <a:defRPr sz="4000"/>
            </a:lvl1pPr>
          </a:lstStyle>
          <a:p>
            <a:r>
              <a:rPr lang="en-US" dirty="0"/>
              <a:t>Edit Master title style</a:t>
            </a:r>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6657974" y="1825625"/>
            <a:ext cx="4695826"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797904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 Horizontal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0" y="1"/>
            <a:ext cx="4305300" cy="6721472"/>
          </a:xfrm>
          <a:gradFill>
            <a:gsLst>
              <a:gs pos="1000">
                <a:schemeClr val="tx1">
                  <a:lumMod val="85000"/>
                  <a:lumOff val="15000"/>
                </a:schemeClr>
              </a:gs>
              <a:gs pos="100000">
                <a:schemeClr val="accent2">
                  <a:lumMod val="50000"/>
                </a:schemeClr>
              </a:gs>
            </a:gsLst>
            <a:lin ang="12600000" scaled="0"/>
          </a:gradFill>
        </p:spPr>
        <p:txBody>
          <a:bodyPr vert="horz" lIns="396000" tIns="0" rIns="396000" bIns="0" rtlCol="0" anchor="ctr">
            <a:noAutofit/>
          </a:bodyPr>
          <a:lstStyle>
            <a:lvl1pPr algn="r">
              <a:lnSpc>
                <a:spcPct val="70000"/>
              </a:lnSpc>
              <a:defRPr lang="en-US" sz="5200" b="0" spc="-150" dirty="0"/>
            </a:lvl1pPr>
          </a:lstStyle>
          <a:p>
            <a:pPr lvl="0" algn="r"/>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4705350" y="365124"/>
            <a:ext cx="6648448" cy="5984875"/>
          </a:xfrm>
        </p:spPr>
        <p:txBody>
          <a:bodyPr lIns="108000" tIns="108000" rIns="108000" bIns="108000" anchor="ct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16049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Horizontal 2">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65237DA4-112F-40B2-8C8C-EB23506D9C45}"/>
              </a:ext>
            </a:extLst>
          </p:cNvPr>
          <p:cNvSpPr>
            <a:spLocks noGrp="1"/>
          </p:cNvSpPr>
          <p:nvPr>
            <p:ph type="title"/>
          </p:nvPr>
        </p:nvSpPr>
        <p:spPr>
          <a:xfrm>
            <a:off x="7512000" y="0"/>
            <a:ext cx="4680000" cy="6721473"/>
          </a:xfrm>
          <a:gradFill>
            <a:gsLst>
              <a:gs pos="1000">
                <a:schemeClr val="tx1">
                  <a:lumMod val="85000"/>
                  <a:lumOff val="15000"/>
                </a:schemeClr>
              </a:gs>
              <a:gs pos="100000">
                <a:schemeClr val="accent2">
                  <a:lumMod val="50000"/>
                </a:schemeClr>
              </a:gs>
            </a:gsLst>
            <a:lin ang="12600000" scaled="0"/>
          </a:gradFill>
        </p:spPr>
        <p:txBody>
          <a:bodyPr lIns="396000" rIns="396000">
            <a:normAutofit/>
          </a:bodyPr>
          <a:lstStyle>
            <a:lvl1pPr>
              <a:lnSpc>
                <a:spcPct val="70000"/>
              </a:lnSpc>
              <a:defRPr sz="5200" spc="-15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365124"/>
            <a:ext cx="6156323" cy="5984875"/>
          </a:xfrm>
        </p:spPr>
        <p:txBody>
          <a:bodyPr lIns="108000" tIns="108000" rIns="108000" bIns="108000"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a:solidFill>
            <a:schemeClr val="bg1">
              <a:lumMod val="85000"/>
            </a:schemeClr>
          </a:solidFill>
        </p:spPr>
        <p:txBody>
          <a:bodyPr/>
          <a:lstStyle>
            <a:lvl1pPr>
              <a:defRPr>
                <a:solidFill>
                  <a:schemeClr val="tx1">
                    <a:lumMod val="85000"/>
                    <a:lumOff val="15000"/>
                  </a:schemeClr>
                </a:solidFill>
              </a:defRPr>
            </a:lvl1p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64498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Horizontal 3">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
        <p:nvSpPr>
          <p:cNvPr id="5" name="Content Placeholder 2">
            <a:extLst>
              <a:ext uri="{FF2B5EF4-FFF2-40B4-BE49-F238E27FC236}">
                <a16:creationId xmlns:a16="http://schemas.microsoft.com/office/drawing/2014/main" id="{D68E6EF2-4B2F-4D0D-9505-CE92872972F7}"/>
              </a:ext>
            </a:extLst>
          </p:cNvPr>
          <p:cNvSpPr>
            <a:spLocks noGrp="1"/>
          </p:cNvSpPr>
          <p:nvPr>
            <p:ph idx="1"/>
          </p:nvPr>
        </p:nvSpPr>
        <p:spPr>
          <a:xfrm>
            <a:off x="4705350" y="611076"/>
            <a:ext cx="6648448" cy="5738923"/>
          </a:xfrm>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1">
            <a:extLst>
              <a:ext uri="{FF2B5EF4-FFF2-40B4-BE49-F238E27FC236}">
                <a16:creationId xmlns:a16="http://schemas.microsoft.com/office/drawing/2014/main" id="{D91A21B9-BA54-413B-940E-027C32E4D429}"/>
              </a:ext>
            </a:extLst>
          </p:cNvPr>
          <p:cNvSpPr>
            <a:spLocks noGrp="1"/>
          </p:cNvSpPr>
          <p:nvPr>
            <p:ph type="title"/>
          </p:nvPr>
        </p:nvSpPr>
        <p:spPr>
          <a:xfrm>
            <a:off x="838200" y="611076"/>
            <a:ext cx="3440502" cy="2064769"/>
          </a:xfrm>
          <a:solidFill>
            <a:schemeClr val="accent2">
              <a:lumMod val="50000"/>
            </a:schemeClr>
          </a:solidFill>
        </p:spPr>
        <p:txBody>
          <a:bodyPr wrap="square" tIns="108000" bIns="108000" anchor="t">
            <a:spAutoFit/>
          </a:bodyPr>
          <a:lstStyle>
            <a:lvl1pPr>
              <a:lnSpc>
                <a:spcPct val="100000"/>
              </a:lnSpc>
              <a:defRPr sz="4000"/>
            </a:lvl1pPr>
          </a:lstStyle>
          <a:p>
            <a:r>
              <a:rPr lang="en-US"/>
              <a:t>Click to edit Master title style</a:t>
            </a:r>
            <a:endParaRPr lang="en-US" dirty="0"/>
          </a:p>
        </p:txBody>
      </p:sp>
    </p:spTree>
    <p:extLst>
      <p:ext uri="{BB962C8B-B14F-4D97-AF65-F5344CB8AC3E}">
        <p14:creationId xmlns:p14="http://schemas.microsoft.com/office/powerpoint/2010/main" val="361005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2BDA7-8BE9-42D5-ACF1-0F51423A20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CEF73F-3CCA-4312-8E9C-2B4629DA1F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Slide Number Placeholder 3">
            <a:extLst>
              <a:ext uri="{FF2B5EF4-FFF2-40B4-BE49-F238E27FC236}">
                <a16:creationId xmlns:a16="http://schemas.microsoft.com/office/drawing/2014/main" id="{293BF716-502C-4821-A3A0-19C2C508EED1}"/>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665983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AB651-5612-4E6A-9B35-A555D082EC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1389A2-D77B-40CA-AD1E-0178AEFAD15A}"/>
              </a:ext>
            </a:extLst>
          </p:cNvPr>
          <p:cNvSpPr>
            <a:spLocks noGrp="1"/>
          </p:cNvSpPr>
          <p:nvPr>
            <p:ph sz="half" idx="1"/>
          </p:nvPr>
        </p:nvSpPr>
        <p:spPr>
          <a:xfrm>
            <a:off x="838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1DCA993-CBEA-48C5-BD35-50ABDFF64065}"/>
              </a:ext>
            </a:extLst>
          </p:cNvPr>
          <p:cNvSpPr>
            <a:spLocks noGrp="1"/>
          </p:cNvSpPr>
          <p:nvPr>
            <p:ph sz="half" idx="2"/>
          </p:nvPr>
        </p:nvSpPr>
        <p:spPr>
          <a:xfrm>
            <a:off x="6172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B88ED8E0-95EC-469F-9B7E-562FBDFDE6C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646344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6F88-2A37-410D-A685-E455AF3D07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764B46-B015-44F7-8DC0-AFB8D275E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3C8232-2077-497A-9142-B787E2B03A73}"/>
              </a:ext>
            </a:extLst>
          </p:cNvPr>
          <p:cNvSpPr>
            <a:spLocks noGrp="1"/>
          </p:cNvSpPr>
          <p:nvPr>
            <p:ph sz="half" idx="2"/>
          </p:nvPr>
        </p:nvSpPr>
        <p:spPr>
          <a:xfrm>
            <a:off x="839788" y="2505075"/>
            <a:ext cx="5157787"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AF6077C-D913-4FD0-B6E0-6D70BEFD4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905DBB-3AA9-4435-AC97-732293FDE7EF}"/>
              </a:ext>
            </a:extLst>
          </p:cNvPr>
          <p:cNvSpPr>
            <a:spLocks noGrp="1"/>
          </p:cNvSpPr>
          <p:nvPr>
            <p:ph sz="quarter" idx="4"/>
          </p:nvPr>
        </p:nvSpPr>
        <p:spPr>
          <a:xfrm>
            <a:off x="6172200" y="2505075"/>
            <a:ext cx="5183188"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1954C901-FCAF-4DFB-A621-6A969641CA73}"/>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292145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2623-2255-4BBA-9577-B3A3FD2AE8E8}"/>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5259F0F0-5E7C-4FC9-8E90-6ADCD7A714B6}"/>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105532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9D3FFB-BE14-4D90-A515-10EDD1BEE6F1}"/>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627673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51E51-BE82-4B1B-9CB6-89C26464DB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CCBF8C-3CF7-47E6-9AB0-15584178B4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07DA3C-0298-45CF-AFC3-41031C0763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F7C4FF87-D01E-416B-9EF8-E107C4EDDC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98533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8E4AFE-E166-4B84-B0C8-9205038D8033}"/>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flipV="1">
            <a:off x="0" y="0"/>
            <a:ext cx="12192000" cy="6858000"/>
          </a:xfrm>
          <a:prstGeom prst="rect">
            <a:avLst/>
          </a:prstGeom>
        </p:spPr>
      </p:pic>
      <p:sp>
        <p:nvSpPr>
          <p:cNvPr id="2" name="Title Placeholder 1">
            <a:extLst>
              <a:ext uri="{FF2B5EF4-FFF2-40B4-BE49-F238E27FC236}">
                <a16:creationId xmlns:a16="http://schemas.microsoft.com/office/drawing/2014/main" id="{6C617517-B672-49BA-AC6E-AB66D0639A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C92C27-7843-4B22-9200-B7304E6AE4CD}"/>
              </a:ext>
            </a:extLst>
          </p:cNvPr>
          <p:cNvSpPr>
            <a:spLocks noGrp="1"/>
          </p:cNvSpPr>
          <p:nvPr>
            <p:ph type="body" idx="1"/>
          </p:nvPr>
        </p:nvSpPr>
        <p:spPr>
          <a:xfrm>
            <a:off x="838200" y="1825625"/>
            <a:ext cx="1051559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2DB4F10-F75B-41A8-B994-BFF68949E59A}"/>
              </a:ext>
            </a:extLst>
          </p:cNvPr>
          <p:cNvSpPr>
            <a:spLocks noGrp="1"/>
          </p:cNvSpPr>
          <p:nvPr>
            <p:ph type="sldNum" sz="quarter" idx="4"/>
          </p:nvPr>
        </p:nvSpPr>
        <p:spPr>
          <a:xfrm>
            <a:off x="11353800" y="6361475"/>
            <a:ext cx="838200" cy="360000"/>
          </a:xfrm>
          <a:prstGeom prst="rect">
            <a:avLst/>
          </a:prstGeom>
          <a:solidFill>
            <a:schemeClr val="tx1">
              <a:lumMod val="85000"/>
              <a:lumOff val="15000"/>
            </a:schemeClr>
          </a:solidFill>
        </p:spPr>
        <p:txBody>
          <a:bodyPr vert="horz" lIns="91440" tIns="45720" rIns="91440" bIns="45720" rtlCol="0" anchor="ctr"/>
          <a:lstStyle>
            <a:lvl1pPr algn="ctr">
              <a:defRPr sz="1200">
                <a:solidFill>
                  <a:schemeClr val="bg1"/>
                </a:solidFill>
              </a:defRPr>
            </a:lvl1pPr>
          </a:lstStyle>
          <a:p>
            <a:r>
              <a:rPr lang="en-US" dirty="0"/>
              <a:t>PAGE </a:t>
            </a:r>
            <a:fld id="{4A9B5881-4007-4345-955A-79C2656F0C49}" type="slidenum">
              <a:rPr lang="en-US" smtClean="0"/>
              <a:pPr/>
              <a:t>‹#›</a:t>
            </a:fld>
            <a:endParaRPr lang="en-US" dirty="0"/>
          </a:p>
        </p:txBody>
      </p:sp>
      <p:sp>
        <p:nvSpPr>
          <p:cNvPr id="7" name="Rectangle 6">
            <a:extLst>
              <a:ext uri="{FF2B5EF4-FFF2-40B4-BE49-F238E27FC236}">
                <a16:creationId xmlns:a16="http://schemas.microsoft.com/office/drawing/2014/main" id="{512D21E2-8DEB-4F43-A26E-B8DA900A9230}"/>
              </a:ext>
            </a:extLst>
          </p:cNvPr>
          <p:cNvSpPr/>
          <p:nvPr userDrawn="1"/>
        </p:nvSpPr>
        <p:spPr>
          <a:xfrm>
            <a:off x="0" y="6721475"/>
            <a:ext cx="12192000" cy="136525"/>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5CD3143-7FD1-40EA-AA4A-47C72380AEC2}"/>
              </a:ext>
            </a:extLst>
          </p:cNvPr>
          <p:cNvSpPr/>
          <p:nvPr userDrawn="1"/>
        </p:nvSpPr>
        <p:spPr>
          <a:xfrm>
            <a:off x="11353798" y="6721474"/>
            <a:ext cx="838201" cy="136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53920126"/>
      </p:ext>
    </p:extLst>
  </p:cSld>
  <p:clrMap bg1="lt1" tx1="dk1" bg2="lt2" tx2="dk2" accent1="accent1" accent2="accent2" accent3="accent3" accent4="accent4" accent5="accent5" accent6="accent6" hlink="hlink" folHlink="folHlink"/>
  <p:sldLayoutIdLst>
    <p:sldLayoutId id="2147483661" r:id="rId1"/>
    <p:sldLayoutId id="2147483659" r:id="rId2"/>
    <p:sldLayoutId id="2147483660" r:id="rId3"/>
    <p:sldLayoutId id="2147483665" r:id="rId4"/>
    <p:sldLayoutId id="2147483666" r:id="rId5"/>
    <p:sldLayoutId id="2147483650" r:id="rId6"/>
    <p:sldLayoutId id="2147483663" r:id="rId7"/>
    <p:sldLayoutId id="2147483664" r:id="rId8"/>
    <p:sldLayoutId id="2147483651" r:id="rId9"/>
    <p:sldLayoutId id="2147483652" r:id="rId10"/>
    <p:sldLayoutId id="2147483653" r:id="rId11"/>
    <p:sldLayoutId id="2147483654" r:id="rId12"/>
    <p:sldLayoutId id="2147483655" r:id="rId13"/>
    <p:sldLayoutId id="2147483656" r:id="rId14"/>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0C5037-DA4A-44E2-A9FB-84B1498768A7}"/>
              </a:ext>
            </a:extLst>
          </p:cNvPr>
          <p:cNvSpPr>
            <a:spLocks noGrp="1"/>
          </p:cNvSpPr>
          <p:nvPr>
            <p:ph type="title"/>
          </p:nvPr>
        </p:nvSpPr>
        <p:spPr/>
        <p:txBody>
          <a:bodyPr/>
          <a:lstStyle/>
          <a:p>
            <a:r>
              <a:rPr lang="en-US" dirty="0"/>
              <a:t>Chapter-3</a:t>
            </a:r>
          </a:p>
        </p:txBody>
      </p:sp>
      <p:sp>
        <p:nvSpPr>
          <p:cNvPr id="6" name="Text Placeholder 5">
            <a:extLst>
              <a:ext uri="{FF2B5EF4-FFF2-40B4-BE49-F238E27FC236}">
                <a16:creationId xmlns:a16="http://schemas.microsoft.com/office/drawing/2014/main" id="{1397C2DB-90F2-4971-AC44-7CDDF5A3B552}"/>
              </a:ext>
            </a:extLst>
          </p:cNvPr>
          <p:cNvSpPr>
            <a:spLocks noGrp="1"/>
          </p:cNvSpPr>
          <p:nvPr>
            <p:ph type="body" sz="half" idx="2"/>
          </p:nvPr>
        </p:nvSpPr>
        <p:spPr>
          <a:xfrm>
            <a:off x="8142514" y="4611901"/>
            <a:ext cx="3655098" cy="684000"/>
          </a:xfrm>
        </p:spPr>
        <p:txBody>
          <a:bodyPr>
            <a:noAutofit/>
          </a:bodyPr>
          <a:lstStyle/>
          <a:p>
            <a:r>
              <a:rPr lang="en-US" sz="2400" dirty="0"/>
              <a:t>Getting the Most Out of C</a:t>
            </a:r>
          </a:p>
        </p:txBody>
      </p:sp>
      <p:sp>
        <p:nvSpPr>
          <p:cNvPr id="15" name="Slide Number Placeholder 14">
            <a:extLst>
              <a:ext uri="{FF2B5EF4-FFF2-40B4-BE49-F238E27FC236}">
                <a16:creationId xmlns:a16="http://schemas.microsoft.com/office/drawing/2014/main" id="{26F5C050-EB87-421A-8A5C-E6CB30102699}"/>
              </a:ext>
            </a:extLst>
          </p:cNvPr>
          <p:cNvSpPr>
            <a:spLocks noGrp="1"/>
          </p:cNvSpPr>
          <p:nvPr>
            <p:ph type="sldNum" sz="quarter" idx="10"/>
          </p:nvPr>
        </p:nvSpPr>
        <p:spPr/>
        <p:txBody>
          <a:bodyPr/>
          <a:lstStyle/>
          <a:p>
            <a:r>
              <a:rPr lang="en-US"/>
              <a:t>PAGE </a:t>
            </a:r>
            <a:fld id="{4A9B5881-4007-4345-955A-79C2656F0C49}" type="slidenum">
              <a:rPr lang="en-US" smtClean="0"/>
              <a:pPr/>
              <a:t>1</a:t>
            </a:fld>
            <a:endParaRPr lang="en-US" dirty="0"/>
          </a:p>
        </p:txBody>
      </p:sp>
      <p:pic>
        <p:nvPicPr>
          <p:cNvPr id="20" name="Picture 19">
            <a:extLst>
              <a:ext uri="{FF2B5EF4-FFF2-40B4-BE49-F238E27FC236}">
                <a16:creationId xmlns:a16="http://schemas.microsoft.com/office/drawing/2014/main" id="{336EF967-DC30-FD75-0477-E683661578D9}"/>
              </a:ext>
            </a:extLst>
          </p:cNvPr>
          <p:cNvPicPr>
            <a:picLocks noChangeAspect="1"/>
          </p:cNvPicPr>
          <p:nvPr/>
        </p:nvPicPr>
        <p:blipFill>
          <a:blip r:embed="rId3"/>
          <a:srcRect l="50919"/>
          <a:stretch/>
        </p:blipFill>
        <p:spPr>
          <a:xfrm>
            <a:off x="97972" y="0"/>
            <a:ext cx="7598228" cy="6629400"/>
          </a:xfrm>
          <a:prstGeom prst="rect">
            <a:avLst/>
          </a:prstGeom>
        </p:spPr>
      </p:pic>
    </p:spTree>
    <p:extLst>
      <p:ext uri="{BB962C8B-B14F-4D97-AF65-F5344CB8AC3E}">
        <p14:creationId xmlns:p14="http://schemas.microsoft.com/office/powerpoint/2010/main" val="11362502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a:gradFill>
            <a:gsLst>
              <a:gs pos="1000">
                <a:schemeClr val="tx1">
                  <a:lumMod val="85000"/>
                  <a:lumOff val="15000"/>
                </a:schemeClr>
              </a:gs>
              <a:gs pos="100000">
                <a:schemeClr val="accent2">
                  <a:lumMod val="50000"/>
                </a:schemeClr>
              </a:gs>
            </a:gsLst>
          </a:gradFill>
        </p:spPr>
        <p:txBody>
          <a:bodyPr/>
          <a:lstStyle/>
          <a:p>
            <a:pPr algn="r"/>
            <a:r>
              <a:rPr lang="en-US" dirty="0">
                <a:solidFill>
                  <a:schemeClr val="bg1"/>
                </a:solidFill>
              </a:rPr>
              <a:t>Course</a:t>
            </a:r>
            <a:br>
              <a:rPr lang="en-US" dirty="0">
                <a:solidFill>
                  <a:schemeClr val="bg1"/>
                </a:solidFill>
              </a:rPr>
            </a:br>
            <a:r>
              <a:rPr lang="en-US" dirty="0">
                <a:solidFill>
                  <a:schemeClr val="bg1"/>
                </a:solidFill>
              </a:rPr>
              <a:t>Outline</a:t>
            </a:r>
          </a:p>
        </p:txBody>
      </p:sp>
      <p:graphicFrame>
        <p:nvGraphicFramePr>
          <p:cNvPr id="10" name="Content Placeholder 2" descr="List Content Placeholder">
            <a:extLst>
              <a:ext uri="{FF2B5EF4-FFF2-40B4-BE49-F238E27FC236}">
                <a16:creationId xmlns:a16="http://schemas.microsoft.com/office/drawing/2014/main" id="{4DBF5C5D-E8C1-4EFB-87B6-B4245AB407AE}"/>
              </a:ext>
            </a:extLst>
          </p:cNvPr>
          <p:cNvGraphicFramePr>
            <a:graphicFrameLocks noGrp="1"/>
          </p:cNvGraphicFramePr>
          <p:nvPr>
            <p:ph idx="1"/>
            <p:extLst>
              <p:ext uri="{D42A27DB-BD31-4B8C-83A1-F6EECF244321}">
                <p14:modId xmlns:p14="http://schemas.microsoft.com/office/powerpoint/2010/main" val="1709282472"/>
              </p:ext>
            </p:extLst>
          </p:nvPr>
        </p:nvGraphicFramePr>
        <p:xfrm>
          <a:off x="4562476" y="365125"/>
          <a:ext cx="6791323" cy="5984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p:txBody>
          <a:bodyPr/>
          <a:lstStyle/>
          <a:p>
            <a:r>
              <a:rPr lang="en-US" dirty="0"/>
              <a:t>PAGE </a:t>
            </a:r>
            <a:fld id="{4A9B5881-4007-4345-955A-79C2656F0C49}" type="slidenum">
              <a:rPr lang="en-US" smtClean="0"/>
              <a:pPr/>
              <a:t>2</a:t>
            </a:fld>
            <a:endParaRPr lang="en-US" dirty="0"/>
          </a:p>
        </p:txBody>
      </p:sp>
    </p:spTree>
    <p:extLst>
      <p:ext uri="{BB962C8B-B14F-4D97-AF65-F5344CB8AC3E}">
        <p14:creationId xmlns:p14="http://schemas.microsoft.com/office/powerpoint/2010/main" val="40803387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168519D-FDB0-82AB-9C03-334F1F132CB7}"/>
              </a:ext>
            </a:extLst>
          </p:cNvPr>
          <p:cNvSpPr>
            <a:spLocks noGrp="1"/>
          </p:cNvSpPr>
          <p:nvPr>
            <p:ph type="title"/>
          </p:nvPr>
        </p:nvSpPr>
        <p:spPr>
          <a:xfrm>
            <a:off x="0" y="1"/>
            <a:ext cx="12192000" cy="1349828"/>
          </a:xfrm>
        </p:spPr>
        <p:txBody>
          <a:bodyPr/>
          <a:lstStyle/>
          <a:p>
            <a:pPr algn="ctr"/>
            <a:r>
              <a:rPr lang="en-IN" dirty="0"/>
              <a:t>Data Types </a:t>
            </a:r>
          </a:p>
        </p:txBody>
      </p:sp>
      <p:pic>
        <p:nvPicPr>
          <p:cNvPr id="8" name="Content Placeholder 7" descr="A diagram of data types&#10;&#10;Description automatically generated">
            <a:extLst>
              <a:ext uri="{FF2B5EF4-FFF2-40B4-BE49-F238E27FC236}">
                <a16:creationId xmlns:a16="http://schemas.microsoft.com/office/drawing/2014/main" id="{0587D5AC-0C2F-C7FD-D51C-A05F70ABEF5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973" b="-1973"/>
          <a:stretch/>
        </p:blipFill>
        <p:spPr>
          <a:xfrm>
            <a:off x="1436915" y="1382756"/>
            <a:ext cx="9503227" cy="5338719"/>
          </a:xfrm>
        </p:spPr>
      </p:pic>
      <p:sp>
        <p:nvSpPr>
          <p:cNvPr id="2" name="Slide Number Placeholder 1">
            <a:extLst>
              <a:ext uri="{FF2B5EF4-FFF2-40B4-BE49-F238E27FC236}">
                <a16:creationId xmlns:a16="http://schemas.microsoft.com/office/drawing/2014/main" id="{4049FB68-A529-BB91-2D73-94C17CEA1CCA}"/>
              </a:ext>
            </a:extLst>
          </p:cNvPr>
          <p:cNvSpPr>
            <a:spLocks noGrp="1"/>
          </p:cNvSpPr>
          <p:nvPr>
            <p:ph type="sldNum" sz="quarter" idx="10"/>
          </p:nvPr>
        </p:nvSpPr>
        <p:spPr/>
        <p:txBody>
          <a:bodyPr/>
          <a:lstStyle/>
          <a:p>
            <a:r>
              <a:rPr lang="en-US"/>
              <a:t>PAGE </a:t>
            </a:r>
            <a:fld id="{4A9B5881-4007-4345-955A-79C2656F0C49}" type="slidenum">
              <a:rPr lang="en-US" smtClean="0"/>
              <a:pPr/>
              <a:t>3</a:t>
            </a:fld>
            <a:endParaRPr lang="en-US" dirty="0"/>
          </a:p>
        </p:txBody>
      </p:sp>
    </p:spTree>
    <p:extLst>
      <p:ext uri="{BB962C8B-B14F-4D97-AF65-F5344CB8AC3E}">
        <p14:creationId xmlns:p14="http://schemas.microsoft.com/office/powerpoint/2010/main" val="224061365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B333D-9A08-D7E8-1946-AD2AC089F4F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7CD82E6-8F78-0AEC-F3F8-F52E4AF893F9}"/>
              </a:ext>
            </a:extLst>
          </p:cNvPr>
          <p:cNvSpPr>
            <a:spLocks noGrp="1"/>
          </p:cNvSpPr>
          <p:nvPr>
            <p:ph type="title"/>
          </p:nvPr>
        </p:nvSpPr>
        <p:spPr/>
        <p:txBody>
          <a:bodyPr/>
          <a:lstStyle/>
          <a:p>
            <a:pPr algn="ctr"/>
            <a:r>
              <a:rPr lang="en-IN" dirty="0"/>
              <a:t>Primitive</a:t>
            </a:r>
            <a:br>
              <a:rPr lang="en-IN" dirty="0"/>
            </a:br>
            <a:r>
              <a:rPr lang="en-IN" dirty="0"/>
              <a:t>Data types</a:t>
            </a:r>
          </a:p>
        </p:txBody>
      </p:sp>
      <p:graphicFrame>
        <p:nvGraphicFramePr>
          <p:cNvPr id="10" name="Content Placeholder 9">
            <a:extLst>
              <a:ext uri="{FF2B5EF4-FFF2-40B4-BE49-F238E27FC236}">
                <a16:creationId xmlns:a16="http://schemas.microsoft.com/office/drawing/2014/main" id="{EB19AFEF-0A71-DCC2-EF5D-8407AEF3BE19}"/>
              </a:ext>
            </a:extLst>
          </p:cNvPr>
          <p:cNvGraphicFramePr>
            <a:graphicFrameLocks noGrp="1"/>
          </p:cNvGraphicFramePr>
          <p:nvPr>
            <p:ph idx="1"/>
            <p:extLst>
              <p:ext uri="{D42A27DB-BD31-4B8C-83A1-F6EECF244321}">
                <p14:modId xmlns:p14="http://schemas.microsoft.com/office/powerpoint/2010/main" val="3853659744"/>
              </p:ext>
            </p:extLst>
          </p:nvPr>
        </p:nvGraphicFramePr>
        <p:xfrm>
          <a:off x="4705350" y="365125"/>
          <a:ext cx="6648450" cy="5984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10904CD3-E973-F9DF-3CFB-427474645CE9}"/>
              </a:ext>
            </a:extLst>
          </p:cNvPr>
          <p:cNvSpPr>
            <a:spLocks noGrp="1"/>
          </p:cNvSpPr>
          <p:nvPr>
            <p:ph type="sldNum" sz="quarter" idx="10"/>
          </p:nvPr>
        </p:nvSpPr>
        <p:spPr/>
        <p:txBody>
          <a:bodyPr/>
          <a:lstStyle/>
          <a:p>
            <a:r>
              <a:rPr lang="en-US"/>
              <a:t>PAGE </a:t>
            </a:r>
            <a:fld id="{4A9B5881-4007-4345-955A-79C2656F0C49}" type="slidenum">
              <a:rPr lang="en-US" smtClean="0"/>
              <a:pPr/>
              <a:t>4</a:t>
            </a:fld>
            <a:endParaRPr lang="en-US" dirty="0"/>
          </a:p>
        </p:txBody>
      </p:sp>
    </p:spTree>
    <p:extLst>
      <p:ext uri="{BB962C8B-B14F-4D97-AF65-F5344CB8AC3E}">
        <p14:creationId xmlns:p14="http://schemas.microsoft.com/office/powerpoint/2010/main" val="4098386246"/>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6433968-89A8-8A58-7922-9153C03E8EE8}"/>
              </a:ext>
            </a:extLst>
          </p:cNvPr>
          <p:cNvSpPr>
            <a:spLocks noGrp="1"/>
          </p:cNvSpPr>
          <p:nvPr>
            <p:ph type="sldNum" sz="quarter" idx="10"/>
          </p:nvPr>
        </p:nvSpPr>
        <p:spPr/>
        <p:txBody>
          <a:bodyPr/>
          <a:lstStyle/>
          <a:p>
            <a:r>
              <a:rPr lang="en-US"/>
              <a:t>PAGE </a:t>
            </a:r>
            <a:fld id="{4A9B5881-4007-4345-955A-79C2656F0C49}" type="slidenum">
              <a:rPr lang="en-US" smtClean="0"/>
              <a:pPr/>
              <a:t>5</a:t>
            </a:fld>
            <a:endParaRPr lang="en-US" dirty="0"/>
          </a:p>
        </p:txBody>
      </p:sp>
      <p:sp>
        <p:nvSpPr>
          <p:cNvPr id="5" name="TextBox 4">
            <a:extLst>
              <a:ext uri="{FF2B5EF4-FFF2-40B4-BE49-F238E27FC236}">
                <a16:creationId xmlns:a16="http://schemas.microsoft.com/office/drawing/2014/main" id="{98202BB9-C024-C620-F416-12D99B9BF1FE}"/>
              </a:ext>
            </a:extLst>
          </p:cNvPr>
          <p:cNvSpPr txBox="1"/>
          <p:nvPr/>
        </p:nvSpPr>
        <p:spPr>
          <a:xfrm>
            <a:off x="0" y="0"/>
            <a:ext cx="12061371" cy="5447645"/>
          </a:xfrm>
          <a:prstGeom prst="rect">
            <a:avLst/>
          </a:prstGeom>
          <a:noFill/>
        </p:spPr>
        <p:txBody>
          <a:bodyPr wrap="square">
            <a:spAutoFit/>
          </a:bodyPr>
          <a:lstStyle/>
          <a:p>
            <a:r>
              <a:rPr lang="en-IN" sz="2400" b="1" dirty="0">
                <a:solidFill>
                  <a:schemeClr val="bg1"/>
                </a:solidFill>
              </a:rPr>
              <a:t>Example of char Datatype</a:t>
            </a:r>
            <a:br>
              <a:rPr lang="en-IN" dirty="0">
                <a:solidFill>
                  <a:schemeClr val="bg1"/>
                </a:solidFill>
              </a:rPr>
            </a:br>
            <a:r>
              <a:rPr lang="en-IN" dirty="0">
                <a:solidFill>
                  <a:schemeClr val="bg1"/>
                </a:solidFill>
              </a:rPr>
              <a:t>								 </a:t>
            </a:r>
            <a:r>
              <a:rPr lang="en-IN" b="1" dirty="0">
                <a:solidFill>
                  <a:schemeClr val="bg1"/>
                </a:solidFill>
              </a:rPr>
              <a:t>Output:</a:t>
            </a:r>
            <a:br>
              <a:rPr lang="en-IN" dirty="0">
                <a:solidFill>
                  <a:schemeClr val="bg1"/>
                </a:solidFill>
              </a:rPr>
            </a:br>
            <a:r>
              <a:rPr lang="en-IN" dirty="0">
                <a:solidFill>
                  <a:schemeClr val="bg1"/>
                </a:solidFill>
              </a:rPr>
              <a:t>#include &lt;</a:t>
            </a:r>
            <a:r>
              <a:rPr lang="en-IN" dirty="0" err="1">
                <a:solidFill>
                  <a:schemeClr val="bg1"/>
                </a:solidFill>
              </a:rPr>
              <a:t>stdio.h</a:t>
            </a:r>
            <a:r>
              <a:rPr lang="en-IN" dirty="0">
                <a:solidFill>
                  <a:schemeClr val="bg1"/>
                </a:solidFill>
              </a:rPr>
              <a:t>&gt;</a:t>
            </a:r>
          </a:p>
          <a:p>
            <a:r>
              <a:rPr lang="en-IN" dirty="0">
                <a:solidFill>
                  <a:schemeClr val="bg1"/>
                </a:solidFill>
              </a:rPr>
              <a:t>#include &lt;</a:t>
            </a:r>
            <a:r>
              <a:rPr lang="en-IN" dirty="0" err="1">
                <a:solidFill>
                  <a:schemeClr val="bg1"/>
                </a:solidFill>
              </a:rPr>
              <a:t>limits.h</a:t>
            </a:r>
            <a:r>
              <a:rPr lang="en-IN" dirty="0">
                <a:solidFill>
                  <a:schemeClr val="bg1"/>
                </a:solidFill>
              </a:rPr>
              <a:t>&gt;</a:t>
            </a:r>
          </a:p>
          <a:p>
            <a:r>
              <a:rPr lang="en-IN" dirty="0">
                <a:solidFill>
                  <a:schemeClr val="bg1"/>
                </a:solidFill>
              </a:rPr>
              <a:t>int main() {</a:t>
            </a:r>
          </a:p>
          <a:p>
            <a:r>
              <a:rPr lang="en-IN" dirty="0">
                <a:solidFill>
                  <a:schemeClr val="bg1"/>
                </a:solidFill>
              </a:rPr>
              <a:t>    // Sizes of char types</a:t>
            </a:r>
          </a:p>
          <a:p>
            <a:r>
              <a:rPr lang="en-IN" dirty="0">
                <a:solidFill>
                  <a:schemeClr val="bg1"/>
                </a:solidFill>
              </a:rPr>
              <a:t>    </a:t>
            </a:r>
            <a:r>
              <a:rPr lang="en-IN" dirty="0" err="1">
                <a:solidFill>
                  <a:schemeClr val="bg1"/>
                </a:solidFill>
              </a:rPr>
              <a:t>printf</a:t>
            </a:r>
            <a:r>
              <a:rPr lang="en-IN" dirty="0">
                <a:solidFill>
                  <a:schemeClr val="bg1"/>
                </a:solidFill>
              </a:rPr>
              <a:t>("Size of char: %</a:t>
            </a:r>
            <a:r>
              <a:rPr lang="en-IN" dirty="0" err="1">
                <a:solidFill>
                  <a:schemeClr val="bg1"/>
                </a:solidFill>
              </a:rPr>
              <a:t>zu</a:t>
            </a:r>
            <a:r>
              <a:rPr lang="en-IN" dirty="0">
                <a:solidFill>
                  <a:schemeClr val="bg1"/>
                </a:solidFill>
              </a:rPr>
              <a:t> bytes\n", sizeof(char));   </a:t>
            </a:r>
          </a:p>
          <a:p>
            <a:r>
              <a:rPr lang="en-IN" dirty="0">
                <a:solidFill>
                  <a:schemeClr val="bg1"/>
                </a:solidFill>
              </a:rPr>
              <a:t>    </a:t>
            </a:r>
            <a:r>
              <a:rPr lang="en-IN" dirty="0" err="1">
                <a:solidFill>
                  <a:schemeClr val="bg1"/>
                </a:solidFill>
              </a:rPr>
              <a:t>printf</a:t>
            </a:r>
            <a:r>
              <a:rPr lang="en-IN" dirty="0">
                <a:solidFill>
                  <a:schemeClr val="bg1"/>
                </a:solidFill>
              </a:rPr>
              <a:t>("Size of signed char: %</a:t>
            </a:r>
            <a:r>
              <a:rPr lang="en-IN" dirty="0" err="1">
                <a:solidFill>
                  <a:schemeClr val="bg1"/>
                </a:solidFill>
              </a:rPr>
              <a:t>zu</a:t>
            </a:r>
            <a:r>
              <a:rPr lang="en-IN" dirty="0">
                <a:solidFill>
                  <a:schemeClr val="bg1"/>
                </a:solidFill>
              </a:rPr>
              <a:t> bytes\n", sizeof(signed char));  </a:t>
            </a:r>
          </a:p>
          <a:p>
            <a:r>
              <a:rPr lang="en-IN" dirty="0">
                <a:solidFill>
                  <a:schemeClr val="bg1"/>
                </a:solidFill>
              </a:rPr>
              <a:t>    </a:t>
            </a:r>
            <a:r>
              <a:rPr lang="en-IN" dirty="0" err="1">
                <a:solidFill>
                  <a:schemeClr val="bg1"/>
                </a:solidFill>
              </a:rPr>
              <a:t>printf</a:t>
            </a:r>
            <a:r>
              <a:rPr lang="en-IN" dirty="0">
                <a:solidFill>
                  <a:schemeClr val="bg1"/>
                </a:solidFill>
              </a:rPr>
              <a:t>("Size of unsigned char: %</a:t>
            </a:r>
            <a:r>
              <a:rPr lang="en-IN" dirty="0" err="1">
                <a:solidFill>
                  <a:schemeClr val="bg1"/>
                </a:solidFill>
              </a:rPr>
              <a:t>zu</a:t>
            </a:r>
            <a:r>
              <a:rPr lang="en-IN" dirty="0">
                <a:solidFill>
                  <a:schemeClr val="bg1"/>
                </a:solidFill>
              </a:rPr>
              <a:t> bytes\n", sizeof(unsigned char));  </a:t>
            </a:r>
          </a:p>
          <a:p>
            <a:endParaRPr lang="en-IN" dirty="0">
              <a:solidFill>
                <a:schemeClr val="bg1"/>
              </a:solidFill>
            </a:endParaRPr>
          </a:p>
          <a:p>
            <a:r>
              <a:rPr lang="en-IN" dirty="0">
                <a:solidFill>
                  <a:schemeClr val="bg1"/>
                </a:solidFill>
              </a:rPr>
              <a:t>    // Ranges of char types</a:t>
            </a:r>
          </a:p>
          <a:p>
            <a:r>
              <a:rPr lang="en-IN" dirty="0">
                <a:solidFill>
                  <a:schemeClr val="bg1"/>
                </a:solidFill>
              </a:rPr>
              <a:t>    </a:t>
            </a:r>
            <a:r>
              <a:rPr lang="en-IN" dirty="0" err="1">
                <a:solidFill>
                  <a:schemeClr val="bg1"/>
                </a:solidFill>
              </a:rPr>
              <a:t>printf</a:t>
            </a:r>
            <a:r>
              <a:rPr lang="en-IN" dirty="0">
                <a:solidFill>
                  <a:schemeClr val="bg1"/>
                </a:solidFill>
              </a:rPr>
              <a:t>("Range of char: %d to %d\n", CHAR_MIN, CHAR_MAX); </a:t>
            </a:r>
          </a:p>
          <a:p>
            <a:r>
              <a:rPr lang="en-IN" dirty="0">
                <a:solidFill>
                  <a:schemeClr val="bg1"/>
                </a:solidFill>
              </a:rPr>
              <a:t>    </a:t>
            </a:r>
            <a:r>
              <a:rPr lang="en-IN" dirty="0" err="1">
                <a:solidFill>
                  <a:schemeClr val="bg1"/>
                </a:solidFill>
              </a:rPr>
              <a:t>printf</a:t>
            </a:r>
            <a:r>
              <a:rPr lang="en-IN" dirty="0">
                <a:solidFill>
                  <a:schemeClr val="bg1"/>
                </a:solidFill>
              </a:rPr>
              <a:t>("Range of signed char: %d to %d\n", SCHAR_MIN, SCHAR_MAX);    </a:t>
            </a:r>
          </a:p>
          <a:p>
            <a:r>
              <a:rPr lang="en-IN" dirty="0">
                <a:solidFill>
                  <a:schemeClr val="bg1"/>
                </a:solidFill>
              </a:rPr>
              <a:t>    </a:t>
            </a:r>
            <a:r>
              <a:rPr lang="en-IN" dirty="0" err="1">
                <a:solidFill>
                  <a:schemeClr val="bg1"/>
                </a:solidFill>
              </a:rPr>
              <a:t>printf</a:t>
            </a:r>
            <a:r>
              <a:rPr lang="en-IN" dirty="0">
                <a:solidFill>
                  <a:schemeClr val="bg1"/>
                </a:solidFill>
              </a:rPr>
              <a:t>("Range of unsigned char: 0 to %u\n", UCHAR_MAX);    </a:t>
            </a:r>
          </a:p>
          <a:p>
            <a:endParaRPr lang="en-IN" dirty="0">
              <a:solidFill>
                <a:schemeClr val="bg1"/>
              </a:solidFill>
            </a:endParaRPr>
          </a:p>
          <a:p>
            <a:r>
              <a:rPr lang="en-IN" dirty="0">
                <a:solidFill>
                  <a:schemeClr val="bg1"/>
                </a:solidFill>
              </a:rPr>
              <a:t>    return 0;</a:t>
            </a:r>
          </a:p>
          <a:p>
            <a:r>
              <a:rPr lang="en-IN" dirty="0">
                <a:solidFill>
                  <a:schemeClr val="bg1"/>
                </a:solidFill>
              </a:rPr>
              <a:t>}</a:t>
            </a:r>
            <a:br>
              <a:rPr lang="en-IN" dirty="0">
                <a:solidFill>
                  <a:schemeClr val="bg1"/>
                </a:solidFill>
              </a:rPr>
            </a:br>
            <a:br>
              <a:rPr lang="en-IN" dirty="0">
                <a:solidFill>
                  <a:schemeClr val="bg1"/>
                </a:solidFill>
              </a:rPr>
            </a:br>
            <a:endParaRPr lang="en-IN" dirty="0">
              <a:solidFill>
                <a:schemeClr val="bg1"/>
              </a:solidFill>
            </a:endParaRPr>
          </a:p>
        </p:txBody>
      </p:sp>
      <p:pic>
        <p:nvPicPr>
          <p:cNvPr id="7" name="Picture 6">
            <a:extLst>
              <a:ext uri="{FF2B5EF4-FFF2-40B4-BE49-F238E27FC236}">
                <a16:creationId xmlns:a16="http://schemas.microsoft.com/office/drawing/2014/main" id="{AF9617BE-AF5D-E65A-ADC2-D7D1DF612CD0}"/>
              </a:ext>
            </a:extLst>
          </p:cNvPr>
          <p:cNvPicPr>
            <a:picLocks noChangeAspect="1"/>
          </p:cNvPicPr>
          <p:nvPr/>
        </p:nvPicPr>
        <p:blipFill>
          <a:blip r:embed="rId2"/>
          <a:stretch>
            <a:fillRect/>
          </a:stretch>
        </p:blipFill>
        <p:spPr>
          <a:xfrm>
            <a:off x="7496889" y="1029154"/>
            <a:ext cx="4629796" cy="1771897"/>
          </a:xfrm>
          <a:prstGeom prst="rect">
            <a:avLst/>
          </a:prstGeom>
        </p:spPr>
      </p:pic>
    </p:spTree>
    <p:extLst>
      <p:ext uri="{BB962C8B-B14F-4D97-AF65-F5344CB8AC3E}">
        <p14:creationId xmlns:p14="http://schemas.microsoft.com/office/powerpoint/2010/main" val="2746947766"/>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74486-2038-D7E7-FCEF-B8628E6753C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99180A9-7033-ED78-82E5-30CBC9782B67}"/>
              </a:ext>
            </a:extLst>
          </p:cNvPr>
          <p:cNvSpPr>
            <a:spLocks noGrp="1"/>
          </p:cNvSpPr>
          <p:nvPr>
            <p:ph type="sldNum" sz="quarter" idx="10"/>
          </p:nvPr>
        </p:nvSpPr>
        <p:spPr/>
        <p:txBody>
          <a:bodyPr/>
          <a:lstStyle/>
          <a:p>
            <a:r>
              <a:rPr lang="en-US"/>
              <a:t>PAGE </a:t>
            </a:r>
            <a:fld id="{4A9B5881-4007-4345-955A-79C2656F0C49}" type="slidenum">
              <a:rPr lang="en-US" smtClean="0"/>
              <a:pPr/>
              <a:t>6</a:t>
            </a:fld>
            <a:endParaRPr lang="en-US" dirty="0"/>
          </a:p>
        </p:txBody>
      </p:sp>
      <p:sp>
        <p:nvSpPr>
          <p:cNvPr id="5" name="TextBox 4">
            <a:extLst>
              <a:ext uri="{FF2B5EF4-FFF2-40B4-BE49-F238E27FC236}">
                <a16:creationId xmlns:a16="http://schemas.microsoft.com/office/drawing/2014/main" id="{14993DC1-2900-75B9-496D-FD7D0F880276}"/>
              </a:ext>
            </a:extLst>
          </p:cNvPr>
          <p:cNvSpPr txBox="1"/>
          <p:nvPr/>
        </p:nvSpPr>
        <p:spPr>
          <a:xfrm>
            <a:off x="-1" y="1"/>
            <a:ext cx="12061371" cy="7663636"/>
          </a:xfrm>
          <a:prstGeom prst="rect">
            <a:avLst/>
          </a:prstGeom>
          <a:noFill/>
        </p:spPr>
        <p:txBody>
          <a:bodyPr wrap="square">
            <a:spAutoFit/>
          </a:bodyPr>
          <a:lstStyle/>
          <a:p>
            <a:r>
              <a:rPr lang="en-IN" sz="2400" b="1" dirty="0">
                <a:solidFill>
                  <a:schemeClr val="bg1"/>
                </a:solidFill>
              </a:rPr>
              <a:t>Example of Integer Datatype</a:t>
            </a:r>
          </a:p>
          <a:p>
            <a:r>
              <a:rPr lang="en-IN" dirty="0">
                <a:solidFill>
                  <a:schemeClr val="bg1"/>
                </a:solidFill>
              </a:rPr>
              <a:t>#include &lt;</a:t>
            </a:r>
            <a:r>
              <a:rPr lang="en-IN" dirty="0" err="1">
                <a:solidFill>
                  <a:schemeClr val="bg1"/>
                </a:solidFill>
              </a:rPr>
              <a:t>stdio.h</a:t>
            </a:r>
            <a:r>
              <a:rPr lang="en-IN" dirty="0">
                <a:solidFill>
                  <a:schemeClr val="bg1"/>
                </a:solidFill>
              </a:rPr>
              <a:t>&gt;</a:t>
            </a:r>
          </a:p>
          <a:p>
            <a:r>
              <a:rPr lang="en-IN" dirty="0">
                <a:solidFill>
                  <a:schemeClr val="bg1"/>
                </a:solidFill>
              </a:rPr>
              <a:t>#include &lt;</a:t>
            </a:r>
            <a:r>
              <a:rPr lang="en-IN" dirty="0" err="1">
                <a:solidFill>
                  <a:schemeClr val="bg1"/>
                </a:solidFill>
              </a:rPr>
              <a:t>limits.h</a:t>
            </a:r>
            <a:r>
              <a:rPr lang="en-IN" dirty="0">
                <a:solidFill>
                  <a:schemeClr val="bg1"/>
                </a:solidFill>
              </a:rPr>
              <a:t>&gt;</a:t>
            </a:r>
          </a:p>
          <a:p>
            <a:r>
              <a:rPr lang="en-IN" dirty="0">
                <a:solidFill>
                  <a:schemeClr val="bg1"/>
                </a:solidFill>
              </a:rPr>
              <a:t>int main() {</a:t>
            </a:r>
          </a:p>
          <a:p>
            <a:r>
              <a:rPr lang="en-IN" dirty="0">
                <a:solidFill>
                  <a:schemeClr val="bg1"/>
                </a:solidFill>
              </a:rPr>
              <a:t>    // Sizes of integer types</a:t>
            </a:r>
          </a:p>
          <a:p>
            <a:r>
              <a:rPr lang="en-IN" dirty="0">
                <a:solidFill>
                  <a:schemeClr val="bg1"/>
                </a:solidFill>
              </a:rPr>
              <a:t>    </a:t>
            </a:r>
            <a:r>
              <a:rPr lang="en-IN" dirty="0" err="1">
                <a:solidFill>
                  <a:schemeClr val="bg1"/>
                </a:solidFill>
              </a:rPr>
              <a:t>printf</a:t>
            </a:r>
            <a:r>
              <a:rPr lang="en-IN" dirty="0">
                <a:solidFill>
                  <a:schemeClr val="bg1"/>
                </a:solidFill>
              </a:rPr>
              <a:t>("Size of short int: %</a:t>
            </a:r>
            <a:r>
              <a:rPr lang="en-IN" dirty="0" err="1">
                <a:solidFill>
                  <a:schemeClr val="bg1"/>
                </a:solidFill>
              </a:rPr>
              <a:t>zu</a:t>
            </a:r>
            <a:r>
              <a:rPr lang="en-IN" dirty="0">
                <a:solidFill>
                  <a:schemeClr val="bg1"/>
                </a:solidFill>
              </a:rPr>
              <a:t> bytes\n", sizeof(short int));</a:t>
            </a:r>
          </a:p>
          <a:p>
            <a:r>
              <a:rPr lang="en-IN" dirty="0">
                <a:solidFill>
                  <a:schemeClr val="bg1"/>
                </a:solidFill>
              </a:rPr>
              <a:t>    </a:t>
            </a:r>
            <a:r>
              <a:rPr lang="en-IN" dirty="0" err="1">
                <a:solidFill>
                  <a:schemeClr val="bg1"/>
                </a:solidFill>
              </a:rPr>
              <a:t>printf</a:t>
            </a:r>
            <a:r>
              <a:rPr lang="en-IN" dirty="0">
                <a:solidFill>
                  <a:schemeClr val="bg1"/>
                </a:solidFill>
              </a:rPr>
              <a:t>("Size of unsigned short int: %</a:t>
            </a:r>
            <a:r>
              <a:rPr lang="en-IN" dirty="0" err="1">
                <a:solidFill>
                  <a:schemeClr val="bg1"/>
                </a:solidFill>
              </a:rPr>
              <a:t>zu</a:t>
            </a:r>
            <a:r>
              <a:rPr lang="en-IN" dirty="0">
                <a:solidFill>
                  <a:schemeClr val="bg1"/>
                </a:solidFill>
              </a:rPr>
              <a:t> bytes\n", sizeof(unsigned short int));</a:t>
            </a:r>
          </a:p>
          <a:p>
            <a:r>
              <a:rPr lang="en-IN" dirty="0">
                <a:solidFill>
                  <a:schemeClr val="bg1"/>
                </a:solidFill>
              </a:rPr>
              <a:t>    </a:t>
            </a:r>
            <a:r>
              <a:rPr lang="en-IN" dirty="0" err="1">
                <a:solidFill>
                  <a:schemeClr val="bg1"/>
                </a:solidFill>
              </a:rPr>
              <a:t>printf</a:t>
            </a:r>
            <a:r>
              <a:rPr lang="en-IN" dirty="0">
                <a:solidFill>
                  <a:schemeClr val="bg1"/>
                </a:solidFill>
              </a:rPr>
              <a:t>("Size of int: %</a:t>
            </a:r>
            <a:r>
              <a:rPr lang="en-IN" dirty="0" err="1">
                <a:solidFill>
                  <a:schemeClr val="bg1"/>
                </a:solidFill>
              </a:rPr>
              <a:t>zu</a:t>
            </a:r>
            <a:r>
              <a:rPr lang="en-IN" dirty="0">
                <a:solidFill>
                  <a:schemeClr val="bg1"/>
                </a:solidFill>
              </a:rPr>
              <a:t> bytes\n", sizeof(int));</a:t>
            </a:r>
          </a:p>
          <a:p>
            <a:r>
              <a:rPr lang="en-IN" dirty="0">
                <a:solidFill>
                  <a:schemeClr val="bg1"/>
                </a:solidFill>
              </a:rPr>
              <a:t>    </a:t>
            </a:r>
            <a:r>
              <a:rPr lang="en-IN" dirty="0" err="1">
                <a:solidFill>
                  <a:schemeClr val="bg1"/>
                </a:solidFill>
              </a:rPr>
              <a:t>printf</a:t>
            </a:r>
            <a:r>
              <a:rPr lang="en-IN" dirty="0">
                <a:solidFill>
                  <a:schemeClr val="bg1"/>
                </a:solidFill>
              </a:rPr>
              <a:t>("Size of unsigned int: %</a:t>
            </a:r>
            <a:r>
              <a:rPr lang="en-IN" dirty="0" err="1">
                <a:solidFill>
                  <a:schemeClr val="bg1"/>
                </a:solidFill>
              </a:rPr>
              <a:t>zu</a:t>
            </a:r>
            <a:r>
              <a:rPr lang="en-IN" dirty="0">
                <a:solidFill>
                  <a:schemeClr val="bg1"/>
                </a:solidFill>
              </a:rPr>
              <a:t> bytes\n", sizeof(unsigned int));</a:t>
            </a:r>
          </a:p>
          <a:p>
            <a:r>
              <a:rPr lang="en-IN" dirty="0">
                <a:solidFill>
                  <a:schemeClr val="bg1"/>
                </a:solidFill>
              </a:rPr>
              <a:t>    </a:t>
            </a:r>
            <a:r>
              <a:rPr lang="en-IN" dirty="0" err="1">
                <a:solidFill>
                  <a:schemeClr val="bg1"/>
                </a:solidFill>
              </a:rPr>
              <a:t>printf</a:t>
            </a:r>
            <a:r>
              <a:rPr lang="en-IN" dirty="0">
                <a:solidFill>
                  <a:schemeClr val="bg1"/>
                </a:solidFill>
              </a:rPr>
              <a:t>("Size of long int: %</a:t>
            </a:r>
            <a:r>
              <a:rPr lang="en-IN" dirty="0" err="1">
                <a:solidFill>
                  <a:schemeClr val="bg1"/>
                </a:solidFill>
              </a:rPr>
              <a:t>zu</a:t>
            </a:r>
            <a:r>
              <a:rPr lang="en-IN" dirty="0">
                <a:solidFill>
                  <a:schemeClr val="bg1"/>
                </a:solidFill>
              </a:rPr>
              <a:t> bytes\n", sizeof(long int));</a:t>
            </a:r>
          </a:p>
          <a:p>
            <a:r>
              <a:rPr lang="en-IN" dirty="0">
                <a:solidFill>
                  <a:schemeClr val="bg1"/>
                </a:solidFill>
              </a:rPr>
              <a:t>    </a:t>
            </a:r>
            <a:r>
              <a:rPr lang="en-IN" dirty="0" err="1">
                <a:solidFill>
                  <a:schemeClr val="bg1"/>
                </a:solidFill>
              </a:rPr>
              <a:t>printf</a:t>
            </a:r>
            <a:r>
              <a:rPr lang="en-IN" dirty="0">
                <a:solidFill>
                  <a:schemeClr val="bg1"/>
                </a:solidFill>
              </a:rPr>
              <a:t>("Size of unsigned long int: %</a:t>
            </a:r>
            <a:r>
              <a:rPr lang="en-IN" dirty="0" err="1">
                <a:solidFill>
                  <a:schemeClr val="bg1"/>
                </a:solidFill>
              </a:rPr>
              <a:t>zu</a:t>
            </a:r>
            <a:r>
              <a:rPr lang="en-IN" dirty="0">
                <a:solidFill>
                  <a:schemeClr val="bg1"/>
                </a:solidFill>
              </a:rPr>
              <a:t> bytes\n", sizeof(unsigned long int));</a:t>
            </a:r>
          </a:p>
          <a:p>
            <a:r>
              <a:rPr lang="en-IN" dirty="0">
                <a:solidFill>
                  <a:schemeClr val="bg1"/>
                </a:solidFill>
              </a:rPr>
              <a:t>    </a:t>
            </a:r>
            <a:r>
              <a:rPr lang="en-IN" dirty="0" err="1">
                <a:solidFill>
                  <a:schemeClr val="bg1"/>
                </a:solidFill>
              </a:rPr>
              <a:t>printf</a:t>
            </a:r>
            <a:r>
              <a:rPr lang="en-IN" dirty="0">
                <a:solidFill>
                  <a:schemeClr val="bg1"/>
                </a:solidFill>
              </a:rPr>
              <a:t>("Size of long </a:t>
            </a:r>
            <a:r>
              <a:rPr lang="en-IN" dirty="0" err="1">
                <a:solidFill>
                  <a:schemeClr val="bg1"/>
                </a:solidFill>
              </a:rPr>
              <a:t>long</a:t>
            </a:r>
            <a:r>
              <a:rPr lang="en-IN" dirty="0">
                <a:solidFill>
                  <a:schemeClr val="bg1"/>
                </a:solidFill>
              </a:rPr>
              <a:t> int: %</a:t>
            </a:r>
            <a:r>
              <a:rPr lang="en-IN" dirty="0" err="1">
                <a:solidFill>
                  <a:schemeClr val="bg1"/>
                </a:solidFill>
              </a:rPr>
              <a:t>zu</a:t>
            </a:r>
            <a:r>
              <a:rPr lang="en-IN" dirty="0">
                <a:solidFill>
                  <a:schemeClr val="bg1"/>
                </a:solidFill>
              </a:rPr>
              <a:t> bytes\n", sizeof(long </a:t>
            </a:r>
            <a:r>
              <a:rPr lang="en-IN" dirty="0" err="1">
                <a:solidFill>
                  <a:schemeClr val="bg1"/>
                </a:solidFill>
              </a:rPr>
              <a:t>long</a:t>
            </a:r>
            <a:r>
              <a:rPr lang="en-IN" dirty="0">
                <a:solidFill>
                  <a:schemeClr val="bg1"/>
                </a:solidFill>
              </a:rPr>
              <a:t> int));</a:t>
            </a:r>
          </a:p>
          <a:p>
            <a:r>
              <a:rPr lang="en-IN" dirty="0">
                <a:solidFill>
                  <a:schemeClr val="bg1"/>
                </a:solidFill>
              </a:rPr>
              <a:t>    </a:t>
            </a:r>
            <a:r>
              <a:rPr lang="en-IN" dirty="0" err="1">
                <a:solidFill>
                  <a:schemeClr val="bg1"/>
                </a:solidFill>
              </a:rPr>
              <a:t>printf</a:t>
            </a:r>
            <a:r>
              <a:rPr lang="en-IN" dirty="0">
                <a:solidFill>
                  <a:schemeClr val="bg1"/>
                </a:solidFill>
              </a:rPr>
              <a:t>("Size of unsigned long </a:t>
            </a:r>
            <a:r>
              <a:rPr lang="en-IN" dirty="0" err="1">
                <a:solidFill>
                  <a:schemeClr val="bg1"/>
                </a:solidFill>
              </a:rPr>
              <a:t>long</a:t>
            </a:r>
            <a:r>
              <a:rPr lang="en-IN" dirty="0">
                <a:solidFill>
                  <a:schemeClr val="bg1"/>
                </a:solidFill>
              </a:rPr>
              <a:t> int: %</a:t>
            </a:r>
            <a:r>
              <a:rPr lang="en-IN" dirty="0" err="1">
                <a:solidFill>
                  <a:schemeClr val="bg1"/>
                </a:solidFill>
              </a:rPr>
              <a:t>zu</a:t>
            </a:r>
            <a:r>
              <a:rPr lang="en-IN" dirty="0">
                <a:solidFill>
                  <a:schemeClr val="bg1"/>
                </a:solidFill>
              </a:rPr>
              <a:t> bytes\n", sizeof(unsigned long </a:t>
            </a:r>
            <a:r>
              <a:rPr lang="en-IN" dirty="0" err="1">
                <a:solidFill>
                  <a:schemeClr val="bg1"/>
                </a:solidFill>
              </a:rPr>
              <a:t>long</a:t>
            </a:r>
            <a:r>
              <a:rPr lang="en-IN" dirty="0">
                <a:solidFill>
                  <a:schemeClr val="bg1"/>
                </a:solidFill>
              </a:rPr>
              <a:t> int));</a:t>
            </a:r>
          </a:p>
          <a:p>
            <a:r>
              <a:rPr lang="en-IN" dirty="0">
                <a:solidFill>
                  <a:schemeClr val="bg1"/>
                </a:solidFill>
              </a:rPr>
              <a:t>    // Ranges of integer types</a:t>
            </a:r>
          </a:p>
          <a:p>
            <a:r>
              <a:rPr lang="en-IN" dirty="0">
                <a:solidFill>
                  <a:schemeClr val="bg1"/>
                </a:solidFill>
              </a:rPr>
              <a:t>    </a:t>
            </a:r>
            <a:r>
              <a:rPr lang="en-IN" dirty="0" err="1">
                <a:solidFill>
                  <a:schemeClr val="bg1"/>
                </a:solidFill>
              </a:rPr>
              <a:t>printf</a:t>
            </a:r>
            <a:r>
              <a:rPr lang="en-IN" dirty="0">
                <a:solidFill>
                  <a:schemeClr val="bg1"/>
                </a:solidFill>
              </a:rPr>
              <a:t>("Range of short int: %d to %d\n", SHRT_MIN, SHRT_MAX);</a:t>
            </a:r>
          </a:p>
          <a:p>
            <a:r>
              <a:rPr lang="en-IN" dirty="0">
                <a:solidFill>
                  <a:schemeClr val="bg1"/>
                </a:solidFill>
              </a:rPr>
              <a:t>    </a:t>
            </a:r>
            <a:r>
              <a:rPr lang="en-IN" dirty="0" err="1">
                <a:solidFill>
                  <a:schemeClr val="bg1"/>
                </a:solidFill>
              </a:rPr>
              <a:t>printf</a:t>
            </a:r>
            <a:r>
              <a:rPr lang="en-IN" dirty="0">
                <a:solidFill>
                  <a:schemeClr val="bg1"/>
                </a:solidFill>
              </a:rPr>
              <a:t>("Range of unsigned short int: 0 to %u\n", USHRT_MAX);</a:t>
            </a:r>
          </a:p>
          <a:p>
            <a:r>
              <a:rPr lang="en-IN" dirty="0">
                <a:solidFill>
                  <a:schemeClr val="bg1"/>
                </a:solidFill>
              </a:rPr>
              <a:t>    </a:t>
            </a:r>
            <a:r>
              <a:rPr lang="en-IN" dirty="0" err="1">
                <a:solidFill>
                  <a:schemeClr val="bg1"/>
                </a:solidFill>
              </a:rPr>
              <a:t>printf</a:t>
            </a:r>
            <a:r>
              <a:rPr lang="en-IN" dirty="0">
                <a:solidFill>
                  <a:schemeClr val="bg1"/>
                </a:solidFill>
              </a:rPr>
              <a:t>("Range of int: %d to %d\n", INT_MIN, INT_MAX);</a:t>
            </a:r>
          </a:p>
          <a:p>
            <a:r>
              <a:rPr lang="en-IN" dirty="0">
                <a:solidFill>
                  <a:schemeClr val="bg1"/>
                </a:solidFill>
              </a:rPr>
              <a:t>    </a:t>
            </a:r>
            <a:r>
              <a:rPr lang="en-IN" dirty="0" err="1">
                <a:solidFill>
                  <a:schemeClr val="bg1"/>
                </a:solidFill>
              </a:rPr>
              <a:t>printf</a:t>
            </a:r>
            <a:r>
              <a:rPr lang="en-IN" dirty="0">
                <a:solidFill>
                  <a:schemeClr val="bg1"/>
                </a:solidFill>
              </a:rPr>
              <a:t>("Range of unsigned int: 0 to %u\n", UINT_MAX);</a:t>
            </a:r>
          </a:p>
          <a:p>
            <a:r>
              <a:rPr lang="en-IN" dirty="0">
                <a:solidFill>
                  <a:schemeClr val="bg1"/>
                </a:solidFill>
              </a:rPr>
              <a:t>    </a:t>
            </a:r>
            <a:r>
              <a:rPr lang="en-IN" dirty="0" err="1">
                <a:solidFill>
                  <a:schemeClr val="bg1"/>
                </a:solidFill>
              </a:rPr>
              <a:t>printf</a:t>
            </a:r>
            <a:r>
              <a:rPr lang="en-IN" dirty="0">
                <a:solidFill>
                  <a:schemeClr val="bg1"/>
                </a:solidFill>
              </a:rPr>
              <a:t>("Range of long int: %</a:t>
            </a:r>
            <a:r>
              <a:rPr lang="en-IN" dirty="0" err="1">
                <a:solidFill>
                  <a:schemeClr val="bg1"/>
                </a:solidFill>
              </a:rPr>
              <a:t>ld</a:t>
            </a:r>
            <a:r>
              <a:rPr lang="en-IN" dirty="0">
                <a:solidFill>
                  <a:schemeClr val="bg1"/>
                </a:solidFill>
              </a:rPr>
              <a:t> to %</a:t>
            </a:r>
            <a:r>
              <a:rPr lang="en-IN" dirty="0" err="1">
                <a:solidFill>
                  <a:schemeClr val="bg1"/>
                </a:solidFill>
              </a:rPr>
              <a:t>ld</a:t>
            </a:r>
            <a:r>
              <a:rPr lang="en-IN" dirty="0">
                <a:solidFill>
                  <a:schemeClr val="bg1"/>
                </a:solidFill>
              </a:rPr>
              <a:t>\n", LONG_MIN, LONG_MAX);</a:t>
            </a:r>
          </a:p>
          <a:p>
            <a:r>
              <a:rPr lang="en-IN" dirty="0">
                <a:solidFill>
                  <a:schemeClr val="bg1"/>
                </a:solidFill>
              </a:rPr>
              <a:t>    </a:t>
            </a:r>
            <a:r>
              <a:rPr lang="en-IN" dirty="0" err="1">
                <a:solidFill>
                  <a:schemeClr val="bg1"/>
                </a:solidFill>
              </a:rPr>
              <a:t>printf</a:t>
            </a:r>
            <a:r>
              <a:rPr lang="en-IN" dirty="0">
                <a:solidFill>
                  <a:schemeClr val="bg1"/>
                </a:solidFill>
              </a:rPr>
              <a:t>("Range of unsigned long int: 0 to %</a:t>
            </a:r>
            <a:r>
              <a:rPr lang="en-IN" dirty="0" err="1">
                <a:solidFill>
                  <a:schemeClr val="bg1"/>
                </a:solidFill>
              </a:rPr>
              <a:t>lu</a:t>
            </a:r>
            <a:r>
              <a:rPr lang="en-IN" dirty="0">
                <a:solidFill>
                  <a:schemeClr val="bg1"/>
                </a:solidFill>
              </a:rPr>
              <a:t>\n", ULONG_MAX);</a:t>
            </a:r>
          </a:p>
          <a:p>
            <a:r>
              <a:rPr lang="en-IN" dirty="0">
                <a:solidFill>
                  <a:schemeClr val="bg1"/>
                </a:solidFill>
              </a:rPr>
              <a:t>    </a:t>
            </a:r>
            <a:r>
              <a:rPr lang="en-IN" dirty="0" err="1">
                <a:solidFill>
                  <a:schemeClr val="bg1"/>
                </a:solidFill>
              </a:rPr>
              <a:t>printf</a:t>
            </a:r>
            <a:r>
              <a:rPr lang="en-IN" dirty="0">
                <a:solidFill>
                  <a:schemeClr val="bg1"/>
                </a:solidFill>
              </a:rPr>
              <a:t>("Range of long </a:t>
            </a:r>
            <a:r>
              <a:rPr lang="en-IN" dirty="0" err="1">
                <a:solidFill>
                  <a:schemeClr val="bg1"/>
                </a:solidFill>
              </a:rPr>
              <a:t>long</a:t>
            </a:r>
            <a:r>
              <a:rPr lang="en-IN" dirty="0">
                <a:solidFill>
                  <a:schemeClr val="bg1"/>
                </a:solidFill>
              </a:rPr>
              <a:t> int: %</a:t>
            </a:r>
            <a:r>
              <a:rPr lang="en-IN" dirty="0" err="1">
                <a:solidFill>
                  <a:schemeClr val="bg1"/>
                </a:solidFill>
              </a:rPr>
              <a:t>lld</a:t>
            </a:r>
            <a:r>
              <a:rPr lang="en-IN" dirty="0">
                <a:solidFill>
                  <a:schemeClr val="bg1"/>
                </a:solidFill>
              </a:rPr>
              <a:t> to %</a:t>
            </a:r>
            <a:r>
              <a:rPr lang="en-IN" dirty="0" err="1">
                <a:solidFill>
                  <a:schemeClr val="bg1"/>
                </a:solidFill>
              </a:rPr>
              <a:t>lld</a:t>
            </a:r>
            <a:r>
              <a:rPr lang="en-IN" dirty="0">
                <a:solidFill>
                  <a:schemeClr val="bg1"/>
                </a:solidFill>
              </a:rPr>
              <a:t>\n", LLONG_MIN, LLONG_MAX);</a:t>
            </a:r>
          </a:p>
          <a:p>
            <a:r>
              <a:rPr lang="en-IN" dirty="0">
                <a:solidFill>
                  <a:schemeClr val="bg1"/>
                </a:solidFill>
              </a:rPr>
              <a:t>    </a:t>
            </a:r>
            <a:r>
              <a:rPr lang="en-IN" dirty="0" err="1">
                <a:solidFill>
                  <a:schemeClr val="bg1"/>
                </a:solidFill>
              </a:rPr>
              <a:t>printf</a:t>
            </a:r>
            <a:r>
              <a:rPr lang="en-IN" dirty="0">
                <a:solidFill>
                  <a:schemeClr val="bg1"/>
                </a:solidFill>
              </a:rPr>
              <a:t>("Range of unsigned long </a:t>
            </a:r>
            <a:r>
              <a:rPr lang="en-IN" dirty="0" err="1">
                <a:solidFill>
                  <a:schemeClr val="bg1"/>
                </a:solidFill>
              </a:rPr>
              <a:t>long</a:t>
            </a:r>
            <a:r>
              <a:rPr lang="en-IN" dirty="0">
                <a:solidFill>
                  <a:schemeClr val="bg1"/>
                </a:solidFill>
              </a:rPr>
              <a:t> int: 0 to %</a:t>
            </a:r>
            <a:r>
              <a:rPr lang="en-IN" dirty="0" err="1">
                <a:solidFill>
                  <a:schemeClr val="bg1"/>
                </a:solidFill>
              </a:rPr>
              <a:t>llu</a:t>
            </a:r>
            <a:r>
              <a:rPr lang="en-IN" dirty="0">
                <a:solidFill>
                  <a:schemeClr val="bg1"/>
                </a:solidFill>
              </a:rPr>
              <a:t>\n", ULLONG_MAX);</a:t>
            </a:r>
          </a:p>
          <a:p>
            <a:r>
              <a:rPr lang="en-IN" dirty="0">
                <a:solidFill>
                  <a:schemeClr val="bg1"/>
                </a:solidFill>
              </a:rPr>
              <a:t>    return 0;</a:t>
            </a:r>
          </a:p>
          <a:p>
            <a:r>
              <a:rPr lang="en-IN" dirty="0">
                <a:solidFill>
                  <a:schemeClr val="bg1"/>
                </a:solidFill>
              </a:rPr>
              <a:t>}</a:t>
            </a:r>
          </a:p>
          <a:p>
            <a:br>
              <a:rPr lang="en-IN" dirty="0">
                <a:solidFill>
                  <a:schemeClr val="bg1"/>
                </a:solidFill>
              </a:rPr>
            </a:br>
            <a:endParaRPr lang="en-IN" dirty="0">
              <a:solidFill>
                <a:schemeClr val="bg1"/>
              </a:solidFill>
            </a:endParaRPr>
          </a:p>
        </p:txBody>
      </p:sp>
    </p:spTree>
    <p:extLst>
      <p:ext uri="{BB962C8B-B14F-4D97-AF65-F5344CB8AC3E}">
        <p14:creationId xmlns:p14="http://schemas.microsoft.com/office/powerpoint/2010/main" val="3350089922"/>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E2FD0-71DD-8B84-A9CB-15795851C451}"/>
              </a:ext>
            </a:extLst>
          </p:cNvPr>
          <p:cNvSpPr>
            <a:spLocks noGrp="1"/>
          </p:cNvSpPr>
          <p:nvPr>
            <p:ph type="title"/>
          </p:nvPr>
        </p:nvSpPr>
        <p:spPr>
          <a:xfrm>
            <a:off x="119743" y="136525"/>
            <a:ext cx="11549743" cy="1158875"/>
          </a:xfrm>
        </p:spPr>
        <p:txBody>
          <a:bodyPr>
            <a:normAutofit/>
          </a:bodyPr>
          <a:lstStyle/>
          <a:p>
            <a:r>
              <a:rPr lang="en-IN" sz="1800" b="1" dirty="0"/>
              <a:t>Output:</a:t>
            </a:r>
          </a:p>
        </p:txBody>
      </p:sp>
      <p:sp>
        <p:nvSpPr>
          <p:cNvPr id="3" name="Slide Number Placeholder 2">
            <a:extLst>
              <a:ext uri="{FF2B5EF4-FFF2-40B4-BE49-F238E27FC236}">
                <a16:creationId xmlns:a16="http://schemas.microsoft.com/office/drawing/2014/main" id="{AE0B1AA8-E654-5CEE-D723-E70066B7CE91}"/>
              </a:ext>
            </a:extLst>
          </p:cNvPr>
          <p:cNvSpPr>
            <a:spLocks noGrp="1"/>
          </p:cNvSpPr>
          <p:nvPr>
            <p:ph type="sldNum" sz="quarter" idx="10"/>
          </p:nvPr>
        </p:nvSpPr>
        <p:spPr/>
        <p:txBody>
          <a:bodyPr/>
          <a:lstStyle/>
          <a:p>
            <a:r>
              <a:rPr lang="en-US"/>
              <a:t>PAGE </a:t>
            </a:r>
            <a:fld id="{4A9B5881-4007-4345-955A-79C2656F0C49}" type="slidenum">
              <a:rPr lang="en-US" smtClean="0"/>
              <a:pPr/>
              <a:t>7</a:t>
            </a:fld>
            <a:endParaRPr lang="en-US" dirty="0"/>
          </a:p>
        </p:txBody>
      </p:sp>
      <p:pic>
        <p:nvPicPr>
          <p:cNvPr id="5" name="Picture 4">
            <a:extLst>
              <a:ext uri="{FF2B5EF4-FFF2-40B4-BE49-F238E27FC236}">
                <a16:creationId xmlns:a16="http://schemas.microsoft.com/office/drawing/2014/main" id="{CA4536CE-E4B8-C2AB-E651-59DFAFE3A8B1}"/>
              </a:ext>
            </a:extLst>
          </p:cNvPr>
          <p:cNvPicPr>
            <a:picLocks noChangeAspect="1"/>
          </p:cNvPicPr>
          <p:nvPr/>
        </p:nvPicPr>
        <p:blipFill>
          <a:blip r:embed="rId2"/>
          <a:stretch>
            <a:fillRect/>
          </a:stretch>
        </p:blipFill>
        <p:spPr>
          <a:xfrm>
            <a:off x="250371" y="1071365"/>
            <a:ext cx="8830907" cy="4191585"/>
          </a:xfrm>
          <a:prstGeom prst="rect">
            <a:avLst/>
          </a:prstGeom>
        </p:spPr>
      </p:pic>
    </p:spTree>
    <p:extLst>
      <p:ext uri="{BB962C8B-B14F-4D97-AF65-F5344CB8AC3E}">
        <p14:creationId xmlns:p14="http://schemas.microsoft.com/office/powerpoint/2010/main" val="52915931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C0C9E-37E4-FC5C-E638-2DD93ABA5F6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53426C1-0F98-0267-807D-49585991E161}"/>
              </a:ext>
            </a:extLst>
          </p:cNvPr>
          <p:cNvSpPr>
            <a:spLocks noGrp="1"/>
          </p:cNvSpPr>
          <p:nvPr>
            <p:ph type="sldNum" sz="quarter" idx="10"/>
          </p:nvPr>
        </p:nvSpPr>
        <p:spPr/>
        <p:txBody>
          <a:bodyPr/>
          <a:lstStyle/>
          <a:p>
            <a:r>
              <a:rPr lang="en-US"/>
              <a:t>PAGE </a:t>
            </a:r>
            <a:fld id="{4A9B5881-4007-4345-955A-79C2656F0C49}" type="slidenum">
              <a:rPr lang="en-US" smtClean="0"/>
              <a:pPr/>
              <a:t>8</a:t>
            </a:fld>
            <a:endParaRPr lang="en-US" dirty="0"/>
          </a:p>
        </p:txBody>
      </p:sp>
      <p:sp>
        <p:nvSpPr>
          <p:cNvPr id="5" name="TextBox 4">
            <a:extLst>
              <a:ext uri="{FF2B5EF4-FFF2-40B4-BE49-F238E27FC236}">
                <a16:creationId xmlns:a16="http://schemas.microsoft.com/office/drawing/2014/main" id="{DC7CBAF9-2F2B-B31D-4F22-CCF8BE85398A}"/>
              </a:ext>
            </a:extLst>
          </p:cNvPr>
          <p:cNvSpPr txBox="1"/>
          <p:nvPr/>
        </p:nvSpPr>
        <p:spPr>
          <a:xfrm>
            <a:off x="-1" y="1"/>
            <a:ext cx="12061371" cy="6924973"/>
          </a:xfrm>
          <a:prstGeom prst="rect">
            <a:avLst/>
          </a:prstGeom>
          <a:noFill/>
        </p:spPr>
        <p:txBody>
          <a:bodyPr wrap="square">
            <a:spAutoFit/>
          </a:bodyPr>
          <a:lstStyle/>
          <a:p>
            <a:r>
              <a:rPr lang="en-IN" sz="2400" b="1" dirty="0">
                <a:solidFill>
                  <a:schemeClr val="bg1"/>
                </a:solidFill>
              </a:rPr>
              <a:t>Example of Float Datatype</a:t>
            </a:r>
            <a:br>
              <a:rPr lang="en-IN" sz="2400" b="1" dirty="0">
                <a:solidFill>
                  <a:schemeClr val="bg1"/>
                </a:solidFill>
              </a:rPr>
            </a:br>
            <a:r>
              <a:rPr lang="en-IN" sz="2400" b="1" dirty="0">
                <a:solidFill>
                  <a:schemeClr val="bg1"/>
                </a:solidFill>
              </a:rPr>
              <a:t>							output:</a:t>
            </a:r>
          </a:p>
          <a:p>
            <a:r>
              <a:rPr lang="en-IN" dirty="0">
                <a:solidFill>
                  <a:schemeClr val="bg1"/>
                </a:solidFill>
              </a:rPr>
              <a:t>#include &lt;</a:t>
            </a:r>
            <a:r>
              <a:rPr lang="en-IN" dirty="0" err="1">
                <a:solidFill>
                  <a:schemeClr val="bg1"/>
                </a:solidFill>
              </a:rPr>
              <a:t>stdio.h</a:t>
            </a:r>
            <a:r>
              <a:rPr lang="en-IN" dirty="0">
                <a:solidFill>
                  <a:schemeClr val="bg1"/>
                </a:solidFill>
              </a:rPr>
              <a:t>&gt;</a:t>
            </a:r>
          </a:p>
          <a:p>
            <a:r>
              <a:rPr lang="en-IN" dirty="0">
                <a:solidFill>
                  <a:schemeClr val="bg1"/>
                </a:solidFill>
              </a:rPr>
              <a:t>#include &lt;</a:t>
            </a:r>
            <a:r>
              <a:rPr lang="en-IN" dirty="0" err="1">
                <a:solidFill>
                  <a:schemeClr val="bg1"/>
                </a:solidFill>
              </a:rPr>
              <a:t>float.h</a:t>
            </a:r>
            <a:r>
              <a:rPr lang="en-IN" dirty="0">
                <a:solidFill>
                  <a:schemeClr val="bg1"/>
                </a:solidFill>
              </a:rPr>
              <a:t>&gt;</a:t>
            </a:r>
          </a:p>
          <a:p>
            <a:r>
              <a:rPr lang="en-IN" dirty="0">
                <a:solidFill>
                  <a:schemeClr val="bg1"/>
                </a:solidFill>
              </a:rPr>
              <a:t>int main() {</a:t>
            </a:r>
          </a:p>
          <a:p>
            <a:r>
              <a:rPr lang="en-IN" dirty="0">
                <a:solidFill>
                  <a:schemeClr val="bg1"/>
                </a:solidFill>
              </a:rPr>
              <a:t>    // Sizes of floating-point types</a:t>
            </a:r>
          </a:p>
          <a:p>
            <a:r>
              <a:rPr lang="en-IN" dirty="0">
                <a:solidFill>
                  <a:schemeClr val="bg1"/>
                </a:solidFill>
              </a:rPr>
              <a:t>    </a:t>
            </a:r>
            <a:r>
              <a:rPr lang="en-IN" dirty="0" err="1">
                <a:solidFill>
                  <a:schemeClr val="bg1"/>
                </a:solidFill>
              </a:rPr>
              <a:t>printf</a:t>
            </a:r>
            <a:r>
              <a:rPr lang="en-IN" dirty="0">
                <a:solidFill>
                  <a:schemeClr val="bg1"/>
                </a:solidFill>
              </a:rPr>
              <a:t>("Size of float: %</a:t>
            </a:r>
            <a:r>
              <a:rPr lang="en-IN" dirty="0" err="1">
                <a:solidFill>
                  <a:schemeClr val="bg1"/>
                </a:solidFill>
              </a:rPr>
              <a:t>zu</a:t>
            </a:r>
            <a:r>
              <a:rPr lang="en-IN" dirty="0">
                <a:solidFill>
                  <a:schemeClr val="bg1"/>
                </a:solidFill>
              </a:rPr>
              <a:t> bytes\n", sizeof(float));</a:t>
            </a:r>
          </a:p>
          <a:p>
            <a:r>
              <a:rPr lang="en-IN" dirty="0">
                <a:solidFill>
                  <a:schemeClr val="bg1"/>
                </a:solidFill>
              </a:rPr>
              <a:t>    </a:t>
            </a:r>
            <a:r>
              <a:rPr lang="en-IN" dirty="0" err="1">
                <a:solidFill>
                  <a:schemeClr val="bg1"/>
                </a:solidFill>
              </a:rPr>
              <a:t>printf</a:t>
            </a:r>
            <a:r>
              <a:rPr lang="en-IN" dirty="0">
                <a:solidFill>
                  <a:schemeClr val="bg1"/>
                </a:solidFill>
              </a:rPr>
              <a:t>("Size of double: %</a:t>
            </a:r>
            <a:r>
              <a:rPr lang="en-IN" dirty="0" err="1">
                <a:solidFill>
                  <a:schemeClr val="bg1"/>
                </a:solidFill>
              </a:rPr>
              <a:t>zu</a:t>
            </a:r>
            <a:r>
              <a:rPr lang="en-IN" dirty="0">
                <a:solidFill>
                  <a:schemeClr val="bg1"/>
                </a:solidFill>
              </a:rPr>
              <a:t> bytes\n", sizeof(double));</a:t>
            </a:r>
          </a:p>
          <a:p>
            <a:r>
              <a:rPr lang="en-IN" dirty="0">
                <a:solidFill>
                  <a:schemeClr val="bg1"/>
                </a:solidFill>
              </a:rPr>
              <a:t>    </a:t>
            </a:r>
            <a:r>
              <a:rPr lang="en-IN" dirty="0" err="1">
                <a:solidFill>
                  <a:schemeClr val="bg1"/>
                </a:solidFill>
              </a:rPr>
              <a:t>printf</a:t>
            </a:r>
            <a:r>
              <a:rPr lang="en-IN" dirty="0">
                <a:solidFill>
                  <a:schemeClr val="bg1"/>
                </a:solidFill>
              </a:rPr>
              <a:t>("Size of long double: %</a:t>
            </a:r>
            <a:r>
              <a:rPr lang="en-IN" dirty="0" err="1">
                <a:solidFill>
                  <a:schemeClr val="bg1"/>
                </a:solidFill>
              </a:rPr>
              <a:t>zu</a:t>
            </a:r>
            <a:r>
              <a:rPr lang="en-IN" dirty="0">
                <a:solidFill>
                  <a:schemeClr val="bg1"/>
                </a:solidFill>
              </a:rPr>
              <a:t> bytes\n", sizeof(long double));</a:t>
            </a:r>
          </a:p>
          <a:p>
            <a:endParaRPr lang="en-IN" dirty="0">
              <a:solidFill>
                <a:schemeClr val="bg1"/>
              </a:solidFill>
            </a:endParaRPr>
          </a:p>
          <a:p>
            <a:r>
              <a:rPr lang="en-IN" dirty="0">
                <a:solidFill>
                  <a:schemeClr val="bg1"/>
                </a:solidFill>
              </a:rPr>
              <a:t>    // Ranges of floating-point types</a:t>
            </a:r>
          </a:p>
          <a:p>
            <a:r>
              <a:rPr lang="en-IN" dirty="0">
                <a:solidFill>
                  <a:schemeClr val="bg1"/>
                </a:solidFill>
              </a:rPr>
              <a:t>    </a:t>
            </a:r>
            <a:r>
              <a:rPr lang="en-IN" dirty="0" err="1">
                <a:solidFill>
                  <a:schemeClr val="bg1"/>
                </a:solidFill>
              </a:rPr>
              <a:t>printf</a:t>
            </a:r>
            <a:r>
              <a:rPr lang="en-IN" dirty="0">
                <a:solidFill>
                  <a:schemeClr val="bg1"/>
                </a:solidFill>
              </a:rPr>
              <a:t>("Range of float: %e to %e\n", FLT_MIN, FLT_MAX);</a:t>
            </a:r>
          </a:p>
          <a:p>
            <a:r>
              <a:rPr lang="en-IN" dirty="0">
                <a:solidFill>
                  <a:schemeClr val="bg1"/>
                </a:solidFill>
              </a:rPr>
              <a:t>    </a:t>
            </a:r>
            <a:r>
              <a:rPr lang="en-IN" dirty="0" err="1">
                <a:solidFill>
                  <a:schemeClr val="bg1"/>
                </a:solidFill>
              </a:rPr>
              <a:t>printf</a:t>
            </a:r>
            <a:r>
              <a:rPr lang="en-IN" dirty="0">
                <a:solidFill>
                  <a:schemeClr val="bg1"/>
                </a:solidFill>
              </a:rPr>
              <a:t>("Range of double: %e to %e\n", DBL_MIN, DBL_MAX);</a:t>
            </a:r>
          </a:p>
          <a:p>
            <a:r>
              <a:rPr lang="en-IN" dirty="0">
                <a:solidFill>
                  <a:schemeClr val="bg1"/>
                </a:solidFill>
              </a:rPr>
              <a:t>    </a:t>
            </a:r>
            <a:r>
              <a:rPr lang="en-IN" dirty="0" err="1">
                <a:solidFill>
                  <a:schemeClr val="bg1"/>
                </a:solidFill>
              </a:rPr>
              <a:t>printf</a:t>
            </a:r>
            <a:r>
              <a:rPr lang="en-IN" dirty="0">
                <a:solidFill>
                  <a:schemeClr val="bg1"/>
                </a:solidFill>
              </a:rPr>
              <a:t>("Range of long double: %Le to %Le\n", LDBL_MIN, LDBL_MAX);</a:t>
            </a:r>
          </a:p>
          <a:p>
            <a:endParaRPr lang="en-IN" dirty="0">
              <a:solidFill>
                <a:schemeClr val="bg1"/>
              </a:solidFill>
            </a:endParaRPr>
          </a:p>
          <a:p>
            <a:r>
              <a:rPr lang="en-IN" dirty="0">
                <a:solidFill>
                  <a:schemeClr val="bg1"/>
                </a:solidFill>
              </a:rPr>
              <a:t>    // Precision of floating-point types</a:t>
            </a:r>
          </a:p>
          <a:p>
            <a:r>
              <a:rPr lang="en-IN" dirty="0">
                <a:solidFill>
                  <a:schemeClr val="bg1"/>
                </a:solidFill>
              </a:rPr>
              <a:t>    </a:t>
            </a:r>
            <a:r>
              <a:rPr lang="en-IN" dirty="0" err="1">
                <a:solidFill>
                  <a:schemeClr val="bg1"/>
                </a:solidFill>
              </a:rPr>
              <a:t>printf</a:t>
            </a:r>
            <a:r>
              <a:rPr lang="en-IN" dirty="0">
                <a:solidFill>
                  <a:schemeClr val="bg1"/>
                </a:solidFill>
              </a:rPr>
              <a:t>("Precision of float: %d decimal digits\n", FLT_DIG);</a:t>
            </a:r>
          </a:p>
          <a:p>
            <a:r>
              <a:rPr lang="en-IN" dirty="0">
                <a:solidFill>
                  <a:schemeClr val="bg1"/>
                </a:solidFill>
              </a:rPr>
              <a:t>    </a:t>
            </a:r>
            <a:r>
              <a:rPr lang="en-IN" dirty="0" err="1">
                <a:solidFill>
                  <a:schemeClr val="bg1"/>
                </a:solidFill>
              </a:rPr>
              <a:t>printf</a:t>
            </a:r>
            <a:r>
              <a:rPr lang="en-IN" dirty="0">
                <a:solidFill>
                  <a:schemeClr val="bg1"/>
                </a:solidFill>
              </a:rPr>
              <a:t>("Precision of double: %d decimal digits\n", DBL_DIG);</a:t>
            </a:r>
          </a:p>
          <a:p>
            <a:r>
              <a:rPr lang="en-IN" dirty="0">
                <a:solidFill>
                  <a:schemeClr val="bg1"/>
                </a:solidFill>
              </a:rPr>
              <a:t>    </a:t>
            </a:r>
            <a:r>
              <a:rPr lang="en-IN" dirty="0" err="1">
                <a:solidFill>
                  <a:schemeClr val="bg1"/>
                </a:solidFill>
              </a:rPr>
              <a:t>printf</a:t>
            </a:r>
            <a:r>
              <a:rPr lang="en-IN" dirty="0">
                <a:solidFill>
                  <a:schemeClr val="bg1"/>
                </a:solidFill>
              </a:rPr>
              <a:t>("Precision of long double: %d decimal digits\n", LDBL_DIG);</a:t>
            </a:r>
          </a:p>
          <a:p>
            <a:endParaRPr lang="en-IN" dirty="0">
              <a:solidFill>
                <a:schemeClr val="bg1"/>
              </a:solidFill>
            </a:endParaRPr>
          </a:p>
          <a:p>
            <a:r>
              <a:rPr lang="en-IN" dirty="0">
                <a:solidFill>
                  <a:schemeClr val="bg1"/>
                </a:solidFill>
              </a:rPr>
              <a:t>    return 0;</a:t>
            </a:r>
          </a:p>
          <a:p>
            <a:r>
              <a:rPr lang="en-IN" dirty="0">
                <a:solidFill>
                  <a:schemeClr val="bg1"/>
                </a:solidFill>
              </a:rPr>
              <a:t>}</a:t>
            </a:r>
          </a:p>
          <a:p>
            <a:br>
              <a:rPr lang="en-IN" dirty="0">
                <a:solidFill>
                  <a:schemeClr val="bg1"/>
                </a:solidFill>
              </a:rPr>
            </a:br>
            <a:endParaRPr lang="en-IN" dirty="0">
              <a:solidFill>
                <a:schemeClr val="bg1"/>
              </a:solidFill>
            </a:endParaRPr>
          </a:p>
        </p:txBody>
      </p:sp>
      <p:pic>
        <p:nvPicPr>
          <p:cNvPr id="4" name="Picture 3">
            <a:extLst>
              <a:ext uri="{FF2B5EF4-FFF2-40B4-BE49-F238E27FC236}">
                <a16:creationId xmlns:a16="http://schemas.microsoft.com/office/drawing/2014/main" id="{569C1BEA-0250-F4C5-F706-AAAE19C3CC68}"/>
              </a:ext>
            </a:extLst>
          </p:cNvPr>
          <p:cNvPicPr>
            <a:picLocks noChangeAspect="1"/>
          </p:cNvPicPr>
          <p:nvPr/>
        </p:nvPicPr>
        <p:blipFill>
          <a:blip r:embed="rId2"/>
          <a:stretch>
            <a:fillRect/>
          </a:stretch>
        </p:blipFill>
        <p:spPr>
          <a:xfrm>
            <a:off x="6411685" y="847987"/>
            <a:ext cx="5715000" cy="2429834"/>
          </a:xfrm>
          <a:prstGeom prst="rect">
            <a:avLst/>
          </a:prstGeom>
        </p:spPr>
      </p:pic>
    </p:spTree>
    <p:extLst>
      <p:ext uri="{BB962C8B-B14F-4D97-AF65-F5344CB8AC3E}">
        <p14:creationId xmlns:p14="http://schemas.microsoft.com/office/powerpoint/2010/main" val="156236091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ACBBC-CB8A-F397-84FE-D0FA4EDA488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AD4A70-EF62-D48D-2341-CEA1F1AD71CE}"/>
              </a:ext>
            </a:extLst>
          </p:cNvPr>
          <p:cNvSpPr>
            <a:spLocks noGrp="1"/>
          </p:cNvSpPr>
          <p:nvPr>
            <p:ph type="sldNum" sz="quarter" idx="10"/>
          </p:nvPr>
        </p:nvSpPr>
        <p:spPr/>
        <p:txBody>
          <a:bodyPr/>
          <a:lstStyle/>
          <a:p>
            <a:r>
              <a:rPr lang="en-US"/>
              <a:t>PAGE </a:t>
            </a:r>
            <a:fld id="{4A9B5881-4007-4345-955A-79C2656F0C49}" type="slidenum">
              <a:rPr lang="en-US" smtClean="0"/>
              <a:pPr/>
              <a:t>9</a:t>
            </a:fld>
            <a:endParaRPr lang="en-US" dirty="0"/>
          </a:p>
        </p:txBody>
      </p:sp>
      <p:sp>
        <p:nvSpPr>
          <p:cNvPr id="5" name="TextBox 4">
            <a:extLst>
              <a:ext uri="{FF2B5EF4-FFF2-40B4-BE49-F238E27FC236}">
                <a16:creationId xmlns:a16="http://schemas.microsoft.com/office/drawing/2014/main" id="{8D03CBB1-54DE-B3C4-9672-363157E6BA76}"/>
              </a:ext>
            </a:extLst>
          </p:cNvPr>
          <p:cNvSpPr txBox="1"/>
          <p:nvPr/>
        </p:nvSpPr>
        <p:spPr>
          <a:xfrm>
            <a:off x="-1" y="1"/>
            <a:ext cx="12061371" cy="6370975"/>
          </a:xfrm>
          <a:prstGeom prst="rect">
            <a:avLst/>
          </a:prstGeom>
          <a:noFill/>
        </p:spPr>
        <p:txBody>
          <a:bodyPr wrap="square">
            <a:spAutoFit/>
          </a:bodyPr>
          <a:lstStyle/>
          <a:p>
            <a:r>
              <a:rPr lang="en-IN" sz="2400" b="1" dirty="0">
                <a:solidFill>
                  <a:schemeClr val="bg1"/>
                </a:solidFill>
              </a:rPr>
              <a:t>Example of Double Datatype</a:t>
            </a:r>
            <a:br>
              <a:rPr lang="en-IN" sz="2400" b="1" dirty="0">
                <a:solidFill>
                  <a:schemeClr val="bg1"/>
                </a:solidFill>
              </a:rPr>
            </a:br>
            <a:r>
              <a:rPr lang="en-IN" sz="2400" b="1" dirty="0">
                <a:solidFill>
                  <a:schemeClr val="bg1"/>
                </a:solidFill>
              </a:rPr>
              <a:t>							Output:	</a:t>
            </a:r>
          </a:p>
          <a:p>
            <a:r>
              <a:rPr lang="en-IN" dirty="0">
                <a:solidFill>
                  <a:schemeClr val="bg1"/>
                </a:solidFill>
              </a:rPr>
              <a:t>#include &lt;</a:t>
            </a:r>
            <a:r>
              <a:rPr lang="en-IN" dirty="0" err="1">
                <a:solidFill>
                  <a:schemeClr val="bg1"/>
                </a:solidFill>
              </a:rPr>
              <a:t>stdio.h</a:t>
            </a:r>
            <a:r>
              <a:rPr lang="en-IN" dirty="0">
                <a:solidFill>
                  <a:schemeClr val="bg1"/>
                </a:solidFill>
              </a:rPr>
              <a:t>&gt;						</a:t>
            </a:r>
          </a:p>
          <a:p>
            <a:r>
              <a:rPr lang="en-IN" dirty="0">
                <a:solidFill>
                  <a:schemeClr val="bg1"/>
                </a:solidFill>
              </a:rPr>
              <a:t>#include &lt;</a:t>
            </a:r>
            <a:r>
              <a:rPr lang="en-IN" dirty="0" err="1">
                <a:solidFill>
                  <a:schemeClr val="bg1"/>
                </a:solidFill>
              </a:rPr>
              <a:t>float.h</a:t>
            </a:r>
            <a:r>
              <a:rPr lang="en-IN" dirty="0">
                <a:solidFill>
                  <a:schemeClr val="bg1"/>
                </a:solidFill>
              </a:rPr>
              <a:t>&gt;</a:t>
            </a:r>
          </a:p>
          <a:p>
            <a:r>
              <a:rPr lang="en-IN" dirty="0">
                <a:solidFill>
                  <a:schemeClr val="bg1"/>
                </a:solidFill>
              </a:rPr>
              <a:t>int main() {</a:t>
            </a:r>
          </a:p>
          <a:p>
            <a:r>
              <a:rPr lang="en-IN" dirty="0">
                <a:solidFill>
                  <a:schemeClr val="bg1"/>
                </a:solidFill>
              </a:rPr>
              <a:t>    // Size of double</a:t>
            </a:r>
          </a:p>
          <a:p>
            <a:r>
              <a:rPr lang="en-IN" dirty="0">
                <a:solidFill>
                  <a:schemeClr val="bg1"/>
                </a:solidFill>
              </a:rPr>
              <a:t>    </a:t>
            </a:r>
            <a:r>
              <a:rPr lang="en-IN" dirty="0" err="1">
                <a:solidFill>
                  <a:schemeClr val="bg1"/>
                </a:solidFill>
              </a:rPr>
              <a:t>printf</a:t>
            </a:r>
            <a:r>
              <a:rPr lang="en-IN" dirty="0">
                <a:solidFill>
                  <a:schemeClr val="bg1"/>
                </a:solidFill>
              </a:rPr>
              <a:t>("Size of double: %</a:t>
            </a:r>
            <a:r>
              <a:rPr lang="en-IN" dirty="0" err="1">
                <a:solidFill>
                  <a:schemeClr val="bg1"/>
                </a:solidFill>
              </a:rPr>
              <a:t>zu</a:t>
            </a:r>
            <a:r>
              <a:rPr lang="en-IN" dirty="0">
                <a:solidFill>
                  <a:schemeClr val="bg1"/>
                </a:solidFill>
              </a:rPr>
              <a:t> bytes\n", sizeof(double));</a:t>
            </a:r>
          </a:p>
          <a:p>
            <a:endParaRPr lang="en-IN" dirty="0">
              <a:solidFill>
                <a:schemeClr val="bg1"/>
              </a:solidFill>
            </a:endParaRPr>
          </a:p>
          <a:p>
            <a:r>
              <a:rPr lang="en-IN" dirty="0">
                <a:solidFill>
                  <a:schemeClr val="bg1"/>
                </a:solidFill>
              </a:rPr>
              <a:t>    // Range of double</a:t>
            </a:r>
          </a:p>
          <a:p>
            <a:r>
              <a:rPr lang="en-IN" dirty="0">
                <a:solidFill>
                  <a:schemeClr val="bg1"/>
                </a:solidFill>
              </a:rPr>
              <a:t>    </a:t>
            </a:r>
            <a:r>
              <a:rPr lang="en-IN" dirty="0" err="1">
                <a:solidFill>
                  <a:schemeClr val="bg1"/>
                </a:solidFill>
              </a:rPr>
              <a:t>printf</a:t>
            </a:r>
            <a:r>
              <a:rPr lang="en-IN" dirty="0">
                <a:solidFill>
                  <a:schemeClr val="bg1"/>
                </a:solidFill>
              </a:rPr>
              <a:t>("Range of double: %e to %e\n", DBL_MIN, DBL_MAX);</a:t>
            </a:r>
          </a:p>
          <a:p>
            <a:endParaRPr lang="en-IN" dirty="0">
              <a:solidFill>
                <a:schemeClr val="bg1"/>
              </a:solidFill>
            </a:endParaRPr>
          </a:p>
          <a:p>
            <a:r>
              <a:rPr lang="en-IN" dirty="0">
                <a:solidFill>
                  <a:schemeClr val="bg1"/>
                </a:solidFill>
              </a:rPr>
              <a:t>    // Precision of double</a:t>
            </a:r>
          </a:p>
          <a:p>
            <a:r>
              <a:rPr lang="en-IN" dirty="0">
                <a:solidFill>
                  <a:schemeClr val="bg1"/>
                </a:solidFill>
              </a:rPr>
              <a:t>    </a:t>
            </a:r>
            <a:r>
              <a:rPr lang="en-IN" dirty="0" err="1">
                <a:solidFill>
                  <a:schemeClr val="bg1"/>
                </a:solidFill>
              </a:rPr>
              <a:t>printf</a:t>
            </a:r>
            <a:r>
              <a:rPr lang="en-IN" dirty="0">
                <a:solidFill>
                  <a:schemeClr val="bg1"/>
                </a:solidFill>
              </a:rPr>
              <a:t>("Precision of double: %d decimal digits\n", DBL_DIG);</a:t>
            </a:r>
          </a:p>
          <a:p>
            <a:endParaRPr lang="en-IN" dirty="0">
              <a:solidFill>
                <a:schemeClr val="bg1"/>
              </a:solidFill>
            </a:endParaRPr>
          </a:p>
          <a:p>
            <a:r>
              <a:rPr lang="en-IN" dirty="0">
                <a:solidFill>
                  <a:schemeClr val="bg1"/>
                </a:solidFill>
              </a:rPr>
              <a:t>    return 0;</a:t>
            </a:r>
          </a:p>
          <a:p>
            <a:r>
              <a:rPr lang="en-IN" dirty="0">
                <a:solidFill>
                  <a:schemeClr val="bg1"/>
                </a:solidFill>
              </a:rPr>
              <a:t>}</a:t>
            </a:r>
          </a:p>
          <a:p>
            <a:endParaRPr lang="en-IN" dirty="0">
              <a:solidFill>
                <a:schemeClr val="bg1"/>
              </a:solidFill>
            </a:endParaRPr>
          </a:p>
          <a:p>
            <a:endParaRPr lang="en-IN" dirty="0">
              <a:solidFill>
                <a:schemeClr val="bg1"/>
              </a:solidFill>
            </a:endParaRPr>
          </a:p>
          <a:p>
            <a:endParaRPr lang="en-IN" dirty="0">
              <a:solidFill>
                <a:schemeClr val="bg1"/>
              </a:solidFill>
            </a:endParaRPr>
          </a:p>
          <a:p>
            <a:endParaRPr lang="en-IN" dirty="0">
              <a:solidFill>
                <a:schemeClr val="bg1"/>
              </a:solidFill>
            </a:endParaRPr>
          </a:p>
          <a:p>
            <a:br>
              <a:rPr lang="en-IN" dirty="0">
                <a:solidFill>
                  <a:schemeClr val="bg1"/>
                </a:solidFill>
              </a:rPr>
            </a:br>
            <a:endParaRPr lang="en-IN" dirty="0">
              <a:solidFill>
                <a:schemeClr val="bg1"/>
              </a:solidFill>
            </a:endParaRPr>
          </a:p>
        </p:txBody>
      </p:sp>
      <p:pic>
        <p:nvPicPr>
          <p:cNvPr id="7" name="Picture 6">
            <a:extLst>
              <a:ext uri="{FF2B5EF4-FFF2-40B4-BE49-F238E27FC236}">
                <a16:creationId xmlns:a16="http://schemas.microsoft.com/office/drawing/2014/main" id="{EA31D008-C007-5776-6D25-EE18A223C7BD}"/>
              </a:ext>
            </a:extLst>
          </p:cNvPr>
          <p:cNvPicPr>
            <a:picLocks noChangeAspect="1"/>
          </p:cNvPicPr>
          <p:nvPr/>
        </p:nvPicPr>
        <p:blipFill>
          <a:blip r:embed="rId2"/>
          <a:stretch>
            <a:fillRect/>
          </a:stretch>
        </p:blipFill>
        <p:spPr>
          <a:xfrm>
            <a:off x="6413533" y="925895"/>
            <a:ext cx="5778467" cy="979105"/>
          </a:xfrm>
          <a:prstGeom prst="rect">
            <a:avLst/>
          </a:prstGeom>
        </p:spPr>
      </p:pic>
    </p:spTree>
    <p:extLst>
      <p:ext uri="{BB962C8B-B14F-4D97-AF65-F5344CB8AC3E}">
        <p14:creationId xmlns:p14="http://schemas.microsoft.com/office/powerpoint/2010/main" val="3554660568"/>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8946A-340B-BDF5-B25E-29B833338C0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2B918CE-9DDD-43A3-7BB5-BAAF48449364}"/>
              </a:ext>
            </a:extLst>
          </p:cNvPr>
          <p:cNvSpPr>
            <a:spLocks noGrp="1"/>
          </p:cNvSpPr>
          <p:nvPr>
            <p:ph type="title"/>
          </p:nvPr>
        </p:nvSpPr>
        <p:spPr/>
        <p:txBody>
          <a:bodyPr/>
          <a:lstStyle/>
          <a:p>
            <a:pPr algn="ctr"/>
            <a:r>
              <a:rPr lang="en-IN" dirty="0"/>
              <a:t>Derived</a:t>
            </a:r>
            <a:br>
              <a:rPr lang="en-IN" dirty="0"/>
            </a:br>
            <a:r>
              <a:rPr lang="en-IN" dirty="0"/>
              <a:t>Data types</a:t>
            </a:r>
          </a:p>
        </p:txBody>
      </p:sp>
      <p:graphicFrame>
        <p:nvGraphicFramePr>
          <p:cNvPr id="10" name="Content Placeholder 9">
            <a:extLst>
              <a:ext uri="{FF2B5EF4-FFF2-40B4-BE49-F238E27FC236}">
                <a16:creationId xmlns:a16="http://schemas.microsoft.com/office/drawing/2014/main" id="{48A81038-8610-13F0-3FAA-574D790624DA}"/>
              </a:ext>
            </a:extLst>
          </p:cNvPr>
          <p:cNvGraphicFramePr>
            <a:graphicFrameLocks noGrp="1"/>
          </p:cNvGraphicFramePr>
          <p:nvPr>
            <p:ph idx="1"/>
            <p:extLst>
              <p:ext uri="{D42A27DB-BD31-4B8C-83A1-F6EECF244321}">
                <p14:modId xmlns:p14="http://schemas.microsoft.com/office/powerpoint/2010/main" val="77225818"/>
              </p:ext>
            </p:extLst>
          </p:nvPr>
        </p:nvGraphicFramePr>
        <p:xfrm>
          <a:off x="4705350" y="365125"/>
          <a:ext cx="6648450" cy="5984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D938504E-153F-1CD4-227B-53B39FC124BB}"/>
              </a:ext>
            </a:extLst>
          </p:cNvPr>
          <p:cNvSpPr>
            <a:spLocks noGrp="1"/>
          </p:cNvSpPr>
          <p:nvPr>
            <p:ph type="sldNum" sz="quarter" idx="10"/>
          </p:nvPr>
        </p:nvSpPr>
        <p:spPr/>
        <p:txBody>
          <a:bodyPr/>
          <a:lstStyle/>
          <a:p>
            <a:r>
              <a:rPr lang="en-US"/>
              <a:t>PAGE </a:t>
            </a:r>
            <a:fld id="{4A9B5881-4007-4345-955A-79C2656F0C49}" type="slidenum">
              <a:rPr lang="en-US" smtClean="0"/>
              <a:pPr/>
              <a:t>10</a:t>
            </a:fld>
            <a:endParaRPr lang="en-US" dirty="0"/>
          </a:p>
        </p:txBody>
      </p:sp>
    </p:spTree>
    <p:extLst>
      <p:ext uri="{BB962C8B-B14F-4D97-AF65-F5344CB8AC3E}">
        <p14:creationId xmlns:p14="http://schemas.microsoft.com/office/powerpoint/2010/main" val="176664002"/>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7DB06DA-1422-1172-DC7A-FFEFA33B35B5}"/>
              </a:ext>
            </a:extLst>
          </p:cNvPr>
          <p:cNvSpPr>
            <a:spLocks noGrp="1"/>
          </p:cNvSpPr>
          <p:nvPr>
            <p:ph type="sldNum" sz="quarter" idx="10"/>
          </p:nvPr>
        </p:nvSpPr>
        <p:spPr/>
        <p:txBody>
          <a:bodyPr/>
          <a:lstStyle/>
          <a:p>
            <a:r>
              <a:rPr lang="en-US"/>
              <a:t>PAGE </a:t>
            </a:r>
            <a:fld id="{4A9B5881-4007-4345-955A-79C2656F0C49}" type="slidenum">
              <a:rPr lang="en-US" smtClean="0"/>
              <a:pPr/>
              <a:t>11</a:t>
            </a:fld>
            <a:endParaRPr lang="en-US" dirty="0"/>
          </a:p>
        </p:txBody>
      </p:sp>
      <p:sp>
        <p:nvSpPr>
          <p:cNvPr id="6" name="TextBox 5">
            <a:extLst>
              <a:ext uri="{FF2B5EF4-FFF2-40B4-BE49-F238E27FC236}">
                <a16:creationId xmlns:a16="http://schemas.microsoft.com/office/drawing/2014/main" id="{9BBCBB44-AFCC-ECFF-957A-A8F141860C95}"/>
              </a:ext>
            </a:extLst>
          </p:cNvPr>
          <p:cNvSpPr txBox="1"/>
          <p:nvPr/>
        </p:nvSpPr>
        <p:spPr>
          <a:xfrm>
            <a:off x="-1" y="-2"/>
            <a:ext cx="12192001" cy="4801314"/>
          </a:xfrm>
          <a:prstGeom prst="rect">
            <a:avLst/>
          </a:prstGeom>
          <a:noFill/>
        </p:spPr>
        <p:txBody>
          <a:bodyPr wrap="square">
            <a:spAutoFit/>
          </a:bodyPr>
          <a:lstStyle/>
          <a:p>
            <a:br>
              <a:rPr lang="en-IN" dirty="0">
                <a:solidFill>
                  <a:schemeClr val="bg1"/>
                </a:solidFill>
              </a:rPr>
            </a:br>
            <a:r>
              <a:rPr lang="en-IN" b="1" i="0" dirty="0">
                <a:solidFill>
                  <a:schemeClr val="bg1"/>
                </a:solidFill>
                <a:effectLst/>
                <a:latin typeface="Segoe UI" panose="020B0502040204020203" pitchFamily="34" charset="0"/>
              </a:rPr>
              <a:t>Basic Array Initialization and Access 			</a:t>
            </a:r>
            <a:br>
              <a:rPr lang="en-IN" b="1" i="0" dirty="0">
                <a:solidFill>
                  <a:srgbClr val="242424"/>
                </a:solidFill>
                <a:effectLst/>
                <a:latin typeface="Segoe UI" panose="020B0502040204020203" pitchFamily="34" charset="0"/>
              </a:rPr>
            </a:br>
            <a:br>
              <a:rPr lang="en-IN" dirty="0">
                <a:solidFill>
                  <a:schemeClr val="bg1"/>
                </a:solidFill>
              </a:rPr>
            </a:br>
            <a:r>
              <a:rPr lang="en-IN" dirty="0">
                <a:solidFill>
                  <a:schemeClr val="bg1"/>
                </a:solidFill>
              </a:rPr>
              <a:t>#include &lt;</a:t>
            </a:r>
            <a:r>
              <a:rPr lang="en-IN" dirty="0" err="1">
                <a:solidFill>
                  <a:schemeClr val="bg1"/>
                </a:solidFill>
              </a:rPr>
              <a:t>stdio.h</a:t>
            </a:r>
            <a:r>
              <a:rPr lang="en-IN" dirty="0">
                <a:solidFill>
                  <a:schemeClr val="bg1"/>
                </a:solidFill>
              </a:rPr>
              <a:t>&gt;										</a:t>
            </a:r>
          </a:p>
          <a:p>
            <a:r>
              <a:rPr lang="en-IN" dirty="0">
                <a:solidFill>
                  <a:schemeClr val="bg1"/>
                </a:solidFill>
              </a:rPr>
              <a:t>int main() {</a:t>
            </a:r>
          </a:p>
          <a:p>
            <a:r>
              <a:rPr lang="en-IN" dirty="0">
                <a:solidFill>
                  <a:schemeClr val="bg1"/>
                </a:solidFill>
              </a:rPr>
              <a:t>    int numbers[5] = {1, 2, 3, 4, 5};</a:t>
            </a:r>
          </a:p>
          <a:p>
            <a:endParaRPr lang="en-IN" dirty="0">
              <a:solidFill>
                <a:schemeClr val="bg1"/>
              </a:solidFill>
            </a:endParaRPr>
          </a:p>
          <a:p>
            <a:r>
              <a:rPr lang="en-IN" dirty="0">
                <a:solidFill>
                  <a:schemeClr val="bg1"/>
                </a:solidFill>
              </a:rPr>
              <a:t>    // Accessing array elements</a:t>
            </a:r>
          </a:p>
          <a:p>
            <a:r>
              <a:rPr lang="en-IN" dirty="0">
                <a:solidFill>
                  <a:schemeClr val="bg1"/>
                </a:solidFill>
              </a:rPr>
              <a:t>    for (int </a:t>
            </a:r>
            <a:r>
              <a:rPr lang="en-IN" dirty="0" err="1">
                <a:solidFill>
                  <a:schemeClr val="bg1"/>
                </a:solidFill>
              </a:rPr>
              <a:t>i</a:t>
            </a:r>
            <a:r>
              <a:rPr lang="en-IN" dirty="0">
                <a:solidFill>
                  <a:schemeClr val="bg1"/>
                </a:solidFill>
              </a:rPr>
              <a:t> = 0; </a:t>
            </a:r>
            <a:r>
              <a:rPr lang="en-IN" dirty="0" err="1">
                <a:solidFill>
                  <a:schemeClr val="bg1"/>
                </a:solidFill>
              </a:rPr>
              <a:t>i</a:t>
            </a:r>
            <a:r>
              <a:rPr lang="en-IN" dirty="0">
                <a:solidFill>
                  <a:schemeClr val="bg1"/>
                </a:solidFill>
              </a:rPr>
              <a:t> &lt; 5; </a:t>
            </a:r>
            <a:r>
              <a:rPr lang="en-IN" dirty="0" err="1">
                <a:solidFill>
                  <a:schemeClr val="bg1"/>
                </a:solidFill>
              </a:rPr>
              <a:t>i</a:t>
            </a:r>
            <a:r>
              <a:rPr lang="en-IN" dirty="0">
                <a:solidFill>
                  <a:schemeClr val="bg1"/>
                </a:solidFill>
              </a:rPr>
              <a:t>++) {</a:t>
            </a:r>
          </a:p>
          <a:p>
            <a:r>
              <a:rPr lang="en-IN" dirty="0">
                <a:solidFill>
                  <a:schemeClr val="bg1"/>
                </a:solidFill>
              </a:rPr>
              <a:t>        </a:t>
            </a:r>
            <a:r>
              <a:rPr lang="en-IN" dirty="0" err="1">
                <a:solidFill>
                  <a:schemeClr val="bg1"/>
                </a:solidFill>
              </a:rPr>
              <a:t>printf</a:t>
            </a:r>
            <a:r>
              <a:rPr lang="en-IN" dirty="0">
                <a:solidFill>
                  <a:schemeClr val="bg1"/>
                </a:solidFill>
              </a:rPr>
              <a:t>("Element at index %d: %d\n", </a:t>
            </a:r>
            <a:r>
              <a:rPr lang="en-IN" dirty="0" err="1">
                <a:solidFill>
                  <a:schemeClr val="bg1"/>
                </a:solidFill>
              </a:rPr>
              <a:t>i</a:t>
            </a:r>
            <a:r>
              <a:rPr lang="en-IN" dirty="0">
                <a:solidFill>
                  <a:schemeClr val="bg1"/>
                </a:solidFill>
              </a:rPr>
              <a:t>, numbers[</a:t>
            </a:r>
            <a:r>
              <a:rPr lang="en-IN" dirty="0" err="1">
                <a:solidFill>
                  <a:schemeClr val="bg1"/>
                </a:solidFill>
              </a:rPr>
              <a:t>i</a:t>
            </a:r>
            <a:r>
              <a:rPr lang="en-IN" dirty="0">
                <a:solidFill>
                  <a:schemeClr val="bg1"/>
                </a:solidFill>
              </a:rPr>
              <a:t>]);</a:t>
            </a:r>
          </a:p>
          <a:p>
            <a:r>
              <a:rPr lang="en-IN" dirty="0">
                <a:solidFill>
                  <a:schemeClr val="bg1"/>
                </a:solidFill>
              </a:rPr>
              <a:t>    }</a:t>
            </a:r>
          </a:p>
          <a:p>
            <a:endParaRPr lang="en-IN" dirty="0">
              <a:solidFill>
                <a:schemeClr val="bg1"/>
              </a:solidFill>
            </a:endParaRPr>
          </a:p>
          <a:p>
            <a:r>
              <a:rPr lang="en-IN" dirty="0">
                <a:solidFill>
                  <a:schemeClr val="bg1"/>
                </a:solidFill>
              </a:rPr>
              <a:t>    return 0;</a:t>
            </a:r>
          </a:p>
          <a:p>
            <a:r>
              <a:rPr lang="en-IN" dirty="0">
                <a:solidFill>
                  <a:schemeClr val="bg1"/>
                </a:solidFill>
              </a:rPr>
              <a:t>}</a:t>
            </a:r>
            <a:br>
              <a:rPr lang="en-IN" dirty="0">
                <a:solidFill>
                  <a:schemeClr val="bg1"/>
                </a:solidFill>
              </a:rPr>
            </a:br>
            <a:br>
              <a:rPr lang="en-IN" dirty="0">
                <a:solidFill>
                  <a:schemeClr val="bg1"/>
                </a:solidFill>
              </a:rPr>
            </a:br>
            <a:r>
              <a:rPr lang="en-IN" b="1" dirty="0">
                <a:solidFill>
                  <a:schemeClr val="bg1"/>
                </a:solidFill>
              </a:rPr>
              <a:t>Output :</a:t>
            </a:r>
            <a:br>
              <a:rPr lang="en-IN" b="1" dirty="0">
                <a:solidFill>
                  <a:schemeClr val="bg1"/>
                </a:solidFill>
              </a:rPr>
            </a:br>
            <a:endParaRPr lang="en-IN" b="1" dirty="0">
              <a:solidFill>
                <a:schemeClr val="bg1"/>
              </a:solidFill>
            </a:endParaRPr>
          </a:p>
        </p:txBody>
      </p:sp>
      <p:pic>
        <p:nvPicPr>
          <p:cNvPr id="8" name="Picture 7">
            <a:extLst>
              <a:ext uri="{FF2B5EF4-FFF2-40B4-BE49-F238E27FC236}">
                <a16:creationId xmlns:a16="http://schemas.microsoft.com/office/drawing/2014/main" id="{918AD901-C4B6-7350-67FB-EB957EF0B02F}"/>
              </a:ext>
            </a:extLst>
          </p:cNvPr>
          <p:cNvPicPr>
            <a:picLocks noChangeAspect="1"/>
          </p:cNvPicPr>
          <p:nvPr/>
        </p:nvPicPr>
        <p:blipFill>
          <a:blip r:embed="rId2"/>
          <a:stretch>
            <a:fillRect/>
          </a:stretch>
        </p:blipFill>
        <p:spPr>
          <a:xfrm>
            <a:off x="135863" y="4574613"/>
            <a:ext cx="2972215" cy="1562318"/>
          </a:xfrm>
          <a:prstGeom prst="rect">
            <a:avLst/>
          </a:prstGeom>
        </p:spPr>
      </p:pic>
      <p:pic>
        <p:nvPicPr>
          <p:cNvPr id="14" name="Picture 13">
            <a:extLst>
              <a:ext uri="{FF2B5EF4-FFF2-40B4-BE49-F238E27FC236}">
                <a16:creationId xmlns:a16="http://schemas.microsoft.com/office/drawing/2014/main" id="{220D83F4-3237-6FB0-410E-43D90055D5AC}"/>
              </a:ext>
            </a:extLst>
          </p:cNvPr>
          <p:cNvPicPr>
            <a:picLocks noChangeAspect="1"/>
          </p:cNvPicPr>
          <p:nvPr/>
        </p:nvPicPr>
        <p:blipFill>
          <a:blip r:embed="rId3"/>
          <a:stretch>
            <a:fillRect/>
          </a:stretch>
        </p:blipFill>
        <p:spPr>
          <a:xfrm>
            <a:off x="7775276" y="-2"/>
            <a:ext cx="4416724" cy="6716258"/>
          </a:xfrm>
          <a:prstGeom prst="rect">
            <a:avLst/>
          </a:prstGeom>
        </p:spPr>
      </p:pic>
    </p:spTree>
    <p:extLst>
      <p:ext uri="{BB962C8B-B14F-4D97-AF65-F5344CB8AC3E}">
        <p14:creationId xmlns:p14="http://schemas.microsoft.com/office/powerpoint/2010/main" val="1354044489"/>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E47F1-DAD7-8D75-29FC-FDD0D140D5D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E4E09B2-72FF-3459-D6DB-AD42F7409B32}"/>
              </a:ext>
            </a:extLst>
          </p:cNvPr>
          <p:cNvSpPr>
            <a:spLocks noGrp="1"/>
          </p:cNvSpPr>
          <p:nvPr>
            <p:ph type="sldNum" sz="quarter" idx="10"/>
          </p:nvPr>
        </p:nvSpPr>
        <p:spPr/>
        <p:txBody>
          <a:bodyPr/>
          <a:lstStyle/>
          <a:p>
            <a:r>
              <a:rPr lang="en-US"/>
              <a:t>PAGE </a:t>
            </a:r>
            <a:fld id="{4A9B5881-4007-4345-955A-79C2656F0C49}" type="slidenum">
              <a:rPr lang="en-US" smtClean="0"/>
              <a:pPr/>
              <a:t>12</a:t>
            </a:fld>
            <a:endParaRPr lang="en-US" dirty="0"/>
          </a:p>
        </p:txBody>
      </p:sp>
      <p:sp>
        <p:nvSpPr>
          <p:cNvPr id="6" name="TextBox 5">
            <a:extLst>
              <a:ext uri="{FF2B5EF4-FFF2-40B4-BE49-F238E27FC236}">
                <a16:creationId xmlns:a16="http://schemas.microsoft.com/office/drawing/2014/main" id="{E64BB852-40CA-1CC7-9331-B51D6D540934}"/>
              </a:ext>
            </a:extLst>
          </p:cNvPr>
          <p:cNvSpPr txBox="1"/>
          <p:nvPr/>
        </p:nvSpPr>
        <p:spPr>
          <a:xfrm>
            <a:off x="0" y="0"/>
            <a:ext cx="10232571" cy="646331"/>
          </a:xfrm>
          <a:prstGeom prst="rect">
            <a:avLst/>
          </a:prstGeom>
          <a:noFill/>
        </p:spPr>
        <p:txBody>
          <a:bodyPr wrap="square">
            <a:spAutoFit/>
          </a:bodyPr>
          <a:lstStyle/>
          <a:p>
            <a:br>
              <a:rPr lang="en-IN" b="1" dirty="0">
                <a:solidFill>
                  <a:schemeClr val="bg1"/>
                </a:solidFill>
              </a:rPr>
            </a:br>
            <a:endParaRPr lang="en-IN" b="1" dirty="0">
              <a:solidFill>
                <a:schemeClr val="bg1"/>
              </a:solidFill>
            </a:endParaRPr>
          </a:p>
        </p:txBody>
      </p:sp>
      <p:sp>
        <p:nvSpPr>
          <p:cNvPr id="9" name="TextBox 8">
            <a:extLst>
              <a:ext uri="{FF2B5EF4-FFF2-40B4-BE49-F238E27FC236}">
                <a16:creationId xmlns:a16="http://schemas.microsoft.com/office/drawing/2014/main" id="{FEAE70D0-73DF-40BF-8C17-189A0FA7EBBD}"/>
              </a:ext>
            </a:extLst>
          </p:cNvPr>
          <p:cNvSpPr txBox="1"/>
          <p:nvPr/>
        </p:nvSpPr>
        <p:spPr>
          <a:xfrm>
            <a:off x="0" y="1"/>
            <a:ext cx="12192000" cy="4974770"/>
          </a:xfrm>
          <a:prstGeom prst="rect">
            <a:avLst/>
          </a:prstGeom>
          <a:noFill/>
        </p:spPr>
        <p:txBody>
          <a:bodyPr wrap="square">
            <a:spAutoFit/>
          </a:bodyPr>
          <a:lstStyle/>
          <a:p>
            <a:r>
              <a:rPr lang="en-IN" b="1" dirty="0">
                <a:solidFill>
                  <a:schemeClr val="bg1"/>
                </a:solidFill>
              </a:rPr>
              <a:t>Multi-dimensional Array</a:t>
            </a:r>
          </a:p>
          <a:p>
            <a:r>
              <a:rPr lang="en-IN" dirty="0">
                <a:solidFill>
                  <a:schemeClr val="bg1"/>
                </a:solidFill>
              </a:rPr>
              <a:t>#include &lt;</a:t>
            </a:r>
            <a:r>
              <a:rPr lang="en-IN" dirty="0" err="1">
                <a:solidFill>
                  <a:schemeClr val="bg1"/>
                </a:solidFill>
              </a:rPr>
              <a:t>stdio.h</a:t>
            </a:r>
            <a:r>
              <a:rPr lang="en-IN" dirty="0">
                <a:solidFill>
                  <a:schemeClr val="bg1"/>
                </a:solidFill>
              </a:rPr>
              <a:t>&gt;</a:t>
            </a:r>
          </a:p>
          <a:p>
            <a:r>
              <a:rPr lang="en-IN" dirty="0">
                <a:solidFill>
                  <a:schemeClr val="bg1"/>
                </a:solidFill>
              </a:rPr>
              <a:t>int main() {</a:t>
            </a:r>
          </a:p>
          <a:p>
            <a:r>
              <a:rPr lang="en-IN" dirty="0">
                <a:solidFill>
                  <a:schemeClr val="bg1"/>
                </a:solidFill>
              </a:rPr>
              <a:t>    int matrix[3][3] = {</a:t>
            </a:r>
          </a:p>
          <a:p>
            <a:r>
              <a:rPr lang="en-IN" dirty="0">
                <a:solidFill>
                  <a:schemeClr val="bg1"/>
                </a:solidFill>
              </a:rPr>
              <a:t>        {1, 2, 3},</a:t>
            </a:r>
          </a:p>
          <a:p>
            <a:r>
              <a:rPr lang="en-IN" dirty="0">
                <a:solidFill>
                  <a:schemeClr val="bg1"/>
                </a:solidFill>
              </a:rPr>
              <a:t>        {4, 5, 6},</a:t>
            </a:r>
          </a:p>
          <a:p>
            <a:r>
              <a:rPr lang="en-IN" dirty="0">
                <a:solidFill>
                  <a:schemeClr val="bg1"/>
                </a:solidFill>
              </a:rPr>
              <a:t>        {7, 8, 9}</a:t>
            </a:r>
          </a:p>
          <a:p>
            <a:r>
              <a:rPr lang="en-IN" dirty="0">
                <a:solidFill>
                  <a:schemeClr val="bg1"/>
                </a:solidFill>
              </a:rPr>
              <a:t>    };</a:t>
            </a:r>
          </a:p>
          <a:p>
            <a:r>
              <a:rPr lang="en-IN" dirty="0">
                <a:solidFill>
                  <a:schemeClr val="bg1"/>
                </a:solidFill>
              </a:rPr>
              <a:t>    // Accessing elements of the 2D array</a:t>
            </a:r>
          </a:p>
          <a:p>
            <a:r>
              <a:rPr lang="en-IN" dirty="0">
                <a:solidFill>
                  <a:schemeClr val="bg1"/>
                </a:solidFill>
              </a:rPr>
              <a:t>    for (int </a:t>
            </a:r>
            <a:r>
              <a:rPr lang="en-IN" dirty="0" err="1">
                <a:solidFill>
                  <a:schemeClr val="bg1"/>
                </a:solidFill>
              </a:rPr>
              <a:t>i</a:t>
            </a:r>
            <a:r>
              <a:rPr lang="en-IN" dirty="0">
                <a:solidFill>
                  <a:schemeClr val="bg1"/>
                </a:solidFill>
              </a:rPr>
              <a:t> = 0; </a:t>
            </a:r>
            <a:r>
              <a:rPr lang="en-IN" dirty="0" err="1">
                <a:solidFill>
                  <a:schemeClr val="bg1"/>
                </a:solidFill>
              </a:rPr>
              <a:t>i</a:t>
            </a:r>
            <a:r>
              <a:rPr lang="en-IN" dirty="0">
                <a:solidFill>
                  <a:schemeClr val="bg1"/>
                </a:solidFill>
              </a:rPr>
              <a:t> &lt; 3; </a:t>
            </a:r>
            <a:r>
              <a:rPr lang="en-IN" dirty="0" err="1">
                <a:solidFill>
                  <a:schemeClr val="bg1"/>
                </a:solidFill>
              </a:rPr>
              <a:t>i</a:t>
            </a:r>
            <a:r>
              <a:rPr lang="en-IN" dirty="0">
                <a:solidFill>
                  <a:schemeClr val="bg1"/>
                </a:solidFill>
              </a:rPr>
              <a:t>++) {</a:t>
            </a:r>
          </a:p>
          <a:p>
            <a:r>
              <a:rPr lang="en-IN" dirty="0">
                <a:solidFill>
                  <a:schemeClr val="bg1"/>
                </a:solidFill>
              </a:rPr>
              <a:t>        for (int j = 0; j &lt; 3; </a:t>
            </a:r>
            <a:r>
              <a:rPr lang="en-IN" dirty="0" err="1">
                <a:solidFill>
                  <a:schemeClr val="bg1"/>
                </a:solidFill>
              </a:rPr>
              <a:t>j++</a:t>
            </a:r>
            <a:r>
              <a:rPr lang="en-IN" dirty="0">
                <a:solidFill>
                  <a:schemeClr val="bg1"/>
                </a:solidFill>
              </a:rPr>
              <a:t>) {</a:t>
            </a:r>
          </a:p>
          <a:p>
            <a:r>
              <a:rPr lang="en-IN" dirty="0">
                <a:solidFill>
                  <a:schemeClr val="bg1"/>
                </a:solidFill>
              </a:rPr>
              <a:t>            </a:t>
            </a:r>
            <a:r>
              <a:rPr lang="en-IN" dirty="0" err="1">
                <a:solidFill>
                  <a:schemeClr val="bg1"/>
                </a:solidFill>
              </a:rPr>
              <a:t>printf</a:t>
            </a:r>
            <a:r>
              <a:rPr lang="en-IN" dirty="0">
                <a:solidFill>
                  <a:schemeClr val="bg1"/>
                </a:solidFill>
              </a:rPr>
              <a:t>("Element at [%d][%d]: %d\n", </a:t>
            </a:r>
            <a:r>
              <a:rPr lang="en-IN" dirty="0" err="1">
                <a:solidFill>
                  <a:schemeClr val="bg1"/>
                </a:solidFill>
              </a:rPr>
              <a:t>i</a:t>
            </a:r>
            <a:r>
              <a:rPr lang="en-IN" dirty="0">
                <a:solidFill>
                  <a:schemeClr val="bg1"/>
                </a:solidFill>
              </a:rPr>
              <a:t>, j, matrix[</a:t>
            </a:r>
            <a:r>
              <a:rPr lang="en-IN" dirty="0" err="1">
                <a:solidFill>
                  <a:schemeClr val="bg1"/>
                </a:solidFill>
              </a:rPr>
              <a:t>i</a:t>
            </a:r>
            <a:r>
              <a:rPr lang="en-IN" dirty="0">
                <a:solidFill>
                  <a:schemeClr val="bg1"/>
                </a:solidFill>
              </a:rPr>
              <a:t>][j]);</a:t>
            </a:r>
          </a:p>
          <a:p>
            <a:r>
              <a:rPr lang="en-IN" dirty="0">
                <a:solidFill>
                  <a:schemeClr val="bg1"/>
                </a:solidFill>
              </a:rPr>
              <a:t>        }</a:t>
            </a:r>
          </a:p>
          <a:p>
            <a:r>
              <a:rPr lang="en-IN" dirty="0">
                <a:solidFill>
                  <a:schemeClr val="bg1"/>
                </a:solidFill>
              </a:rPr>
              <a:t>    }</a:t>
            </a:r>
          </a:p>
          <a:p>
            <a:r>
              <a:rPr lang="en-IN" dirty="0">
                <a:solidFill>
                  <a:schemeClr val="bg1"/>
                </a:solidFill>
              </a:rPr>
              <a:t>    return 0;</a:t>
            </a:r>
          </a:p>
          <a:p>
            <a:r>
              <a:rPr lang="en-IN" dirty="0">
                <a:solidFill>
                  <a:schemeClr val="bg1"/>
                </a:solidFill>
              </a:rPr>
              <a:t>}</a:t>
            </a:r>
            <a:br>
              <a:rPr lang="en-IN" dirty="0">
                <a:solidFill>
                  <a:schemeClr val="bg1"/>
                </a:solidFill>
              </a:rPr>
            </a:br>
            <a:r>
              <a:rPr lang="en-IN" b="1" dirty="0">
                <a:solidFill>
                  <a:schemeClr val="bg1"/>
                </a:solidFill>
              </a:rPr>
              <a:t>Output:</a:t>
            </a:r>
          </a:p>
        </p:txBody>
      </p:sp>
      <p:pic>
        <p:nvPicPr>
          <p:cNvPr id="11" name="Picture 10">
            <a:extLst>
              <a:ext uri="{FF2B5EF4-FFF2-40B4-BE49-F238E27FC236}">
                <a16:creationId xmlns:a16="http://schemas.microsoft.com/office/drawing/2014/main" id="{060E3EA6-838C-9F1A-93B5-66A4CAE0F46B}"/>
              </a:ext>
            </a:extLst>
          </p:cNvPr>
          <p:cNvPicPr>
            <a:picLocks noChangeAspect="1"/>
          </p:cNvPicPr>
          <p:nvPr/>
        </p:nvPicPr>
        <p:blipFill>
          <a:blip r:embed="rId3"/>
          <a:stretch>
            <a:fillRect/>
          </a:stretch>
        </p:blipFill>
        <p:spPr>
          <a:xfrm>
            <a:off x="0" y="4697705"/>
            <a:ext cx="2982686" cy="2023770"/>
          </a:xfrm>
          <a:prstGeom prst="rect">
            <a:avLst/>
          </a:prstGeom>
        </p:spPr>
      </p:pic>
      <p:pic>
        <p:nvPicPr>
          <p:cNvPr id="13" name="Picture 12">
            <a:extLst>
              <a:ext uri="{FF2B5EF4-FFF2-40B4-BE49-F238E27FC236}">
                <a16:creationId xmlns:a16="http://schemas.microsoft.com/office/drawing/2014/main" id="{B73E19D4-F36D-52E1-6934-A3110E69433A}"/>
              </a:ext>
            </a:extLst>
          </p:cNvPr>
          <p:cNvPicPr>
            <a:picLocks noChangeAspect="1"/>
          </p:cNvPicPr>
          <p:nvPr/>
        </p:nvPicPr>
        <p:blipFill>
          <a:blip r:embed="rId4"/>
          <a:stretch>
            <a:fillRect/>
          </a:stretch>
        </p:blipFill>
        <p:spPr>
          <a:xfrm>
            <a:off x="6853560" y="0"/>
            <a:ext cx="5338440" cy="6361476"/>
          </a:xfrm>
          <a:prstGeom prst="rect">
            <a:avLst/>
          </a:prstGeom>
        </p:spPr>
      </p:pic>
    </p:spTree>
    <p:extLst>
      <p:ext uri="{BB962C8B-B14F-4D97-AF65-F5344CB8AC3E}">
        <p14:creationId xmlns:p14="http://schemas.microsoft.com/office/powerpoint/2010/main" val="4158052835"/>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CDA80F-37FB-D594-A28E-EA2A90EE8B31}"/>
              </a:ext>
            </a:extLst>
          </p:cNvPr>
          <p:cNvSpPr>
            <a:spLocks noGrp="1"/>
          </p:cNvSpPr>
          <p:nvPr>
            <p:ph type="sldNum" sz="quarter" idx="10"/>
          </p:nvPr>
        </p:nvSpPr>
        <p:spPr/>
        <p:txBody>
          <a:bodyPr/>
          <a:lstStyle/>
          <a:p>
            <a:r>
              <a:rPr lang="en-US"/>
              <a:t>PAGE </a:t>
            </a:r>
            <a:fld id="{4A9B5881-4007-4345-955A-79C2656F0C49}" type="slidenum">
              <a:rPr lang="en-US" smtClean="0"/>
              <a:pPr/>
              <a:t>13</a:t>
            </a:fld>
            <a:endParaRPr lang="en-US" dirty="0"/>
          </a:p>
        </p:txBody>
      </p:sp>
      <p:sp>
        <p:nvSpPr>
          <p:cNvPr id="6" name="TextBox 5">
            <a:extLst>
              <a:ext uri="{FF2B5EF4-FFF2-40B4-BE49-F238E27FC236}">
                <a16:creationId xmlns:a16="http://schemas.microsoft.com/office/drawing/2014/main" id="{FF4A69B9-717C-CDF6-2381-4D0688341228}"/>
              </a:ext>
            </a:extLst>
          </p:cNvPr>
          <p:cNvSpPr txBox="1"/>
          <p:nvPr/>
        </p:nvSpPr>
        <p:spPr>
          <a:xfrm>
            <a:off x="0" y="130629"/>
            <a:ext cx="9144000" cy="4524315"/>
          </a:xfrm>
          <a:prstGeom prst="rect">
            <a:avLst/>
          </a:prstGeom>
          <a:noFill/>
        </p:spPr>
        <p:txBody>
          <a:bodyPr wrap="square">
            <a:spAutoFit/>
          </a:bodyPr>
          <a:lstStyle/>
          <a:p>
            <a:r>
              <a:rPr lang="en-IN" b="1" dirty="0">
                <a:solidFill>
                  <a:schemeClr val="bg1"/>
                </a:solidFill>
              </a:rPr>
              <a:t>Basic Pointer</a:t>
            </a:r>
            <a:br>
              <a:rPr lang="en-IN" b="1" dirty="0">
                <a:solidFill>
                  <a:schemeClr val="bg1"/>
                </a:solidFill>
              </a:rPr>
            </a:br>
            <a:endParaRPr lang="en-IN" b="1" dirty="0">
              <a:solidFill>
                <a:schemeClr val="bg1"/>
              </a:solidFill>
            </a:endParaRPr>
          </a:p>
          <a:p>
            <a:r>
              <a:rPr lang="en-IN" dirty="0">
                <a:solidFill>
                  <a:schemeClr val="bg1"/>
                </a:solidFill>
              </a:rPr>
              <a:t>#include &lt;</a:t>
            </a:r>
            <a:r>
              <a:rPr lang="en-IN" dirty="0" err="1">
                <a:solidFill>
                  <a:schemeClr val="bg1"/>
                </a:solidFill>
              </a:rPr>
              <a:t>stdio.h</a:t>
            </a:r>
            <a:r>
              <a:rPr lang="en-IN" dirty="0">
                <a:solidFill>
                  <a:schemeClr val="bg1"/>
                </a:solidFill>
              </a:rPr>
              <a:t>&gt;</a:t>
            </a:r>
          </a:p>
          <a:p>
            <a:r>
              <a:rPr lang="en-IN" dirty="0">
                <a:solidFill>
                  <a:schemeClr val="bg1"/>
                </a:solidFill>
              </a:rPr>
              <a:t>int main() {</a:t>
            </a:r>
          </a:p>
          <a:p>
            <a:r>
              <a:rPr lang="en-IN" dirty="0">
                <a:solidFill>
                  <a:schemeClr val="bg1"/>
                </a:solidFill>
              </a:rPr>
              <a:t>    int </a:t>
            </a:r>
            <a:r>
              <a:rPr lang="en-IN" dirty="0" err="1">
                <a:solidFill>
                  <a:schemeClr val="bg1"/>
                </a:solidFill>
              </a:rPr>
              <a:t>num</a:t>
            </a:r>
            <a:r>
              <a:rPr lang="en-IN" dirty="0">
                <a:solidFill>
                  <a:schemeClr val="bg1"/>
                </a:solidFill>
              </a:rPr>
              <a:t> = 10;</a:t>
            </a:r>
          </a:p>
          <a:p>
            <a:r>
              <a:rPr lang="en-IN" dirty="0">
                <a:solidFill>
                  <a:schemeClr val="bg1"/>
                </a:solidFill>
              </a:rPr>
              <a:t>    int *</a:t>
            </a:r>
            <a:r>
              <a:rPr lang="en-IN" dirty="0" err="1">
                <a:solidFill>
                  <a:schemeClr val="bg1"/>
                </a:solidFill>
              </a:rPr>
              <a:t>ptr</a:t>
            </a:r>
            <a:r>
              <a:rPr lang="en-IN" dirty="0">
                <a:solidFill>
                  <a:schemeClr val="bg1"/>
                </a:solidFill>
              </a:rPr>
              <a:t> = &amp;</a:t>
            </a:r>
            <a:r>
              <a:rPr lang="en-IN" dirty="0" err="1">
                <a:solidFill>
                  <a:schemeClr val="bg1"/>
                </a:solidFill>
              </a:rPr>
              <a:t>num</a:t>
            </a:r>
            <a:r>
              <a:rPr lang="en-IN" dirty="0">
                <a:solidFill>
                  <a:schemeClr val="bg1"/>
                </a:solidFill>
              </a:rPr>
              <a:t>; // Pointer to an integer</a:t>
            </a:r>
          </a:p>
          <a:p>
            <a:endParaRPr lang="en-IN" dirty="0">
              <a:solidFill>
                <a:schemeClr val="bg1"/>
              </a:solidFill>
            </a:endParaRPr>
          </a:p>
          <a:p>
            <a:r>
              <a:rPr lang="en-IN" dirty="0">
                <a:solidFill>
                  <a:schemeClr val="bg1"/>
                </a:solidFill>
              </a:rPr>
              <a:t>    </a:t>
            </a:r>
            <a:r>
              <a:rPr lang="en-IN" dirty="0" err="1">
                <a:solidFill>
                  <a:schemeClr val="bg1"/>
                </a:solidFill>
              </a:rPr>
              <a:t>printf</a:t>
            </a:r>
            <a:r>
              <a:rPr lang="en-IN" dirty="0">
                <a:solidFill>
                  <a:schemeClr val="bg1"/>
                </a:solidFill>
              </a:rPr>
              <a:t>("Value of </a:t>
            </a:r>
            <a:r>
              <a:rPr lang="en-IN" dirty="0" err="1">
                <a:solidFill>
                  <a:schemeClr val="bg1"/>
                </a:solidFill>
              </a:rPr>
              <a:t>num</a:t>
            </a:r>
            <a:r>
              <a:rPr lang="en-IN" dirty="0">
                <a:solidFill>
                  <a:schemeClr val="bg1"/>
                </a:solidFill>
              </a:rPr>
              <a:t>: %d\n", </a:t>
            </a:r>
            <a:r>
              <a:rPr lang="en-IN" dirty="0" err="1">
                <a:solidFill>
                  <a:schemeClr val="bg1"/>
                </a:solidFill>
              </a:rPr>
              <a:t>num</a:t>
            </a:r>
            <a:r>
              <a:rPr lang="en-IN" dirty="0">
                <a:solidFill>
                  <a:schemeClr val="bg1"/>
                </a:solidFill>
              </a:rPr>
              <a:t>);</a:t>
            </a:r>
          </a:p>
          <a:p>
            <a:r>
              <a:rPr lang="en-IN" dirty="0">
                <a:solidFill>
                  <a:schemeClr val="bg1"/>
                </a:solidFill>
              </a:rPr>
              <a:t>    </a:t>
            </a:r>
            <a:r>
              <a:rPr lang="en-IN" dirty="0" err="1">
                <a:solidFill>
                  <a:schemeClr val="bg1"/>
                </a:solidFill>
              </a:rPr>
              <a:t>printf</a:t>
            </a:r>
            <a:r>
              <a:rPr lang="en-IN" dirty="0">
                <a:solidFill>
                  <a:schemeClr val="bg1"/>
                </a:solidFill>
              </a:rPr>
              <a:t>("Address of </a:t>
            </a:r>
            <a:r>
              <a:rPr lang="en-IN" dirty="0" err="1">
                <a:solidFill>
                  <a:schemeClr val="bg1"/>
                </a:solidFill>
              </a:rPr>
              <a:t>num</a:t>
            </a:r>
            <a:r>
              <a:rPr lang="en-IN" dirty="0">
                <a:solidFill>
                  <a:schemeClr val="bg1"/>
                </a:solidFill>
              </a:rPr>
              <a:t>: %p\n", (void*)&amp;</a:t>
            </a:r>
            <a:r>
              <a:rPr lang="en-IN" dirty="0" err="1">
                <a:solidFill>
                  <a:schemeClr val="bg1"/>
                </a:solidFill>
              </a:rPr>
              <a:t>num</a:t>
            </a:r>
            <a:r>
              <a:rPr lang="en-IN" dirty="0">
                <a:solidFill>
                  <a:schemeClr val="bg1"/>
                </a:solidFill>
              </a:rPr>
              <a:t>);</a:t>
            </a:r>
          </a:p>
          <a:p>
            <a:r>
              <a:rPr lang="en-IN" dirty="0">
                <a:solidFill>
                  <a:schemeClr val="bg1"/>
                </a:solidFill>
              </a:rPr>
              <a:t>    </a:t>
            </a:r>
            <a:r>
              <a:rPr lang="en-IN" dirty="0" err="1">
                <a:solidFill>
                  <a:schemeClr val="bg1"/>
                </a:solidFill>
              </a:rPr>
              <a:t>printf</a:t>
            </a:r>
            <a:r>
              <a:rPr lang="en-IN" dirty="0">
                <a:solidFill>
                  <a:schemeClr val="bg1"/>
                </a:solidFill>
              </a:rPr>
              <a:t>("Value stored in </a:t>
            </a:r>
            <a:r>
              <a:rPr lang="en-IN" dirty="0" err="1">
                <a:solidFill>
                  <a:schemeClr val="bg1"/>
                </a:solidFill>
              </a:rPr>
              <a:t>ptr</a:t>
            </a:r>
            <a:r>
              <a:rPr lang="en-IN" dirty="0">
                <a:solidFill>
                  <a:schemeClr val="bg1"/>
                </a:solidFill>
              </a:rPr>
              <a:t>: %p\n", (void*)</a:t>
            </a:r>
            <a:r>
              <a:rPr lang="en-IN" dirty="0" err="1">
                <a:solidFill>
                  <a:schemeClr val="bg1"/>
                </a:solidFill>
              </a:rPr>
              <a:t>ptr</a:t>
            </a:r>
            <a:r>
              <a:rPr lang="en-IN" dirty="0">
                <a:solidFill>
                  <a:schemeClr val="bg1"/>
                </a:solidFill>
              </a:rPr>
              <a:t>);</a:t>
            </a:r>
          </a:p>
          <a:p>
            <a:r>
              <a:rPr lang="en-IN" dirty="0">
                <a:solidFill>
                  <a:schemeClr val="bg1"/>
                </a:solidFill>
              </a:rPr>
              <a:t>    </a:t>
            </a:r>
            <a:r>
              <a:rPr lang="en-IN" dirty="0" err="1">
                <a:solidFill>
                  <a:schemeClr val="bg1"/>
                </a:solidFill>
              </a:rPr>
              <a:t>printf</a:t>
            </a:r>
            <a:r>
              <a:rPr lang="en-IN" dirty="0">
                <a:solidFill>
                  <a:schemeClr val="bg1"/>
                </a:solidFill>
              </a:rPr>
              <a:t>("Value pointed to by </a:t>
            </a:r>
            <a:r>
              <a:rPr lang="en-IN" dirty="0" err="1">
                <a:solidFill>
                  <a:schemeClr val="bg1"/>
                </a:solidFill>
              </a:rPr>
              <a:t>ptr</a:t>
            </a:r>
            <a:r>
              <a:rPr lang="en-IN" dirty="0">
                <a:solidFill>
                  <a:schemeClr val="bg1"/>
                </a:solidFill>
              </a:rPr>
              <a:t>: %d\n", *</a:t>
            </a:r>
            <a:r>
              <a:rPr lang="en-IN" dirty="0" err="1">
                <a:solidFill>
                  <a:schemeClr val="bg1"/>
                </a:solidFill>
              </a:rPr>
              <a:t>ptr</a:t>
            </a:r>
            <a:r>
              <a:rPr lang="en-IN" dirty="0">
                <a:solidFill>
                  <a:schemeClr val="bg1"/>
                </a:solidFill>
              </a:rPr>
              <a:t>);</a:t>
            </a:r>
          </a:p>
          <a:p>
            <a:r>
              <a:rPr lang="en-IN" dirty="0">
                <a:solidFill>
                  <a:schemeClr val="bg1"/>
                </a:solidFill>
              </a:rPr>
              <a:t>    return 0;</a:t>
            </a:r>
          </a:p>
          <a:p>
            <a:r>
              <a:rPr lang="en-IN" dirty="0">
                <a:solidFill>
                  <a:schemeClr val="bg1"/>
                </a:solidFill>
              </a:rPr>
              <a:t>}</a:t>
            </a:r>
            <a:br>
              <a:rPr lang="en-IN" dirty="0">
                <a:solidFill>
                  <a:schemeClr val="bg1"/>
                </a:solidFill>
              </a:rPr>
            </a:br>
            <a:br>
              <a:rPr lang="en-IN" dirty="0">
                <a:solidFill>
                  <a:schemeClr val="bg1"/>
                </a:solidFill>
              </a:rPr>
            </a:br>
            <a:r>
              <a:rPr lang="en-IN" b="1" dirty="0">
                <a:solidFill>
                  <a:schemeClr val="bg1"/>
                </a:solidFill>
              </a:rPr>
              <a:t>Output:</a:t>
            </a:r>
            <a:br>
              <a:rPr lang="en-IN" b="1" dirty="0">
                <a:solidFill>
                  <a:schemeClr val="bg1"/>
                </a:solidFill>
              </a:rPr>
            </a:br>
            <a:endParaRPr lang="en-IN" b="1" dirty="0">
              <a:solidFill>
                <a:schemeClr val="bg1"/>
              </a:solidFill>
            </a:endParaRPr>
          </a:p>
        </p:txBody>
      </p:sp>
      <p:pic>
        <p:nvPicPr>
          <p:cNvPr id="8" name="Picture 7">
            <a:extLst>
              <a:ext uri="{FF2B5EF4-FFF2-40B4-BE49-F238E27FC236}">
                <a16:creationId xmlns:a16="http://schemas.microsoft.com/office/drawing/2014/main" id="{B84F7D90-F3E8-0C99-8E38-78D3397B7167}"/>
              </a:ext>
            </a:extLst>
          </p:cNvPr>
          <p:cNvPicPr>
            <a:picLocks noChangeAspect="1"/>
          </p:cNvPicPr>
          <p:nvPr/>
        </p:nvPicPr>
        <p:blipFill>
          <a:blip r:embed="rId2"/>
          <a:stretch>
            <a:fillRect/>
          </a:stretch>
        </p:blipFill>
        <p:spPr>
          <a:xfrm>
            <a:off x="126200" y="4441276"/>
            <a:ext cx="4972744" cy="1371791"/>
          </a:xfrm>
          <a:prstGeom prst="rect">
            <a:avLst/>
          </a:prstGeom>
        </p:spPr>
      </p:pic>
      <p:pic>
        <p:nvPicPr>
          <p:cNvPr id="10" name="Picture 9">
            <a:extLst>
              <a:ext uri="{FF2B5EF4-FFF2-40B4-BE49-F238E27FC236}">
                <a16:creationId xmlns:a16="http://schemas.microsoft.com/office/drawing/2014/main" id="{4858659D-546B-54EE-951A-CB5A3AD8FC7D}"/>
              </a:ext>
            </a:extLst>
          </p:cNvPr>
          <p:cNvPicPr>
            <a:picLocks noChangeAspect="1"/>
          </p:cNvPicPr>
          <p:nvPr/>
        </p:nvPicPr>
        <p:blipFill>
          <a:blip r:embed="rId3"/>
          <a:srcRect l="1596"/>
          <a:stretch/>
        </p:blipFill>
        <p:spPr>
          <a:xfrm>
            <a:off x="6836229" y="2101"/>
            <a:ext cx="5355771" cy="6453128"/>
          </a:xfrm>
          <a:prstGeom prst="rect">
            <a:avLst/>
          </a:prstGeom>
        </p:spPr>
      </p:pic>
    </p:spTree>
    <p:extLst>
      <p:ext uri="{BB962C8B-B14F-4D97-AF65-F5344CB8AC3E}">
        <p14:creationId xmlns:p14="http://schemas.microsoft.com/office/powerpoint/2010/main" val="233376368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60FBA-5D5C-E75A-D864-1B2C640DA5A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362A1D-9C75-B88C-5FBD-014116E43C97}"/>
              </a:ext>
            </a:extLst>
          </p:cNvPr>
          <p:cNvSpPr>
            <a:spLocks noGrp="1"/>
          </p:cNvSpPr>
          <p:nvPr>
            <p:ph type="sldNum" sz="quarter" idx="10"/>
          </p:nvPr>
        </p:nvSpPr>
        <p:spPr/>
        <p:txBody>
          <a:bodyPr/>
          <a:lstStyle/>
          <a:p>
            <a:r>
              <a:rPr lang="en-US"/>
              <a:t>PAGE </a:t>
            </a:r>
            <a:fld id="{4A9B5881-4007-4345-955A-79C2656F0C49}" type="slidenum">
              <a:rPr lang="en-US" smtClean="0"/>
              <a:pPr/>
              <a:t>14</a:t>
            </a:fld>
            <a:endParaRPr lang="en-US" dirty="0"/>
          </a:p>
        </p:txBody>
      </p:sp>
      <p:sp>
        <p:nvSpPr>
          <p:cNvPr id="6" name="TextBox 5">
            <a:extLst>
              <a:ext uri="{FF2B5EF4-FFF2-40B4-BE49-F238E27FC236}">
                <a16:creationId xmlns:a16="http://schemas.microsoft.com/office/drawing/2014/main" id="{8EA3B3DC-E374-C1F1-6DA2-9AF062F04F42}"/>
              </a:ext>
            </a:extLst>
          </p:cNvPr>
          <p:cNvSpPr txBox="1"/>
          <p:nvPr/>
        </p:nvSpPr>
        <p:spPr>
          <a:xfrm>
            <a:off x="0" y="130629"/>
            <a:ext cx="9144000" cy="5632311"/>
          </a:xfrm>
          <a:prstGeom prst="rect">
            <a:avLst/>
          </a:prstGeom>
          <a:noFill/>
        </p:spPr>
        <p:txBody>
          <a:bodyPr wrap="square">
            <a:spAutoFit/>
          </a:bodyPr>
          <a:lstStyle/>
          <a:p>
            <a:r>
              <a:rPr lang="en-IN" b="1" dirty="0">
                <a:solidFill>
                  <a:schemeClr val="bg1"/>
                </a:solidFill>
              </a:rPr>
              <a:t>Void Pointer</a:t>
            </a:r>
            <a:br>
              <a:rPr lang="en-IN" dirty="0">
                <a:solidFill>
                  <a:schemeClr val="bg1"/>
                </a:solidFill>
              </a:rPr>
            </a:br>
            <a:endParaRPr lang="en-IN" dirty="0">
              <a:solidFill>
                <a:schemeClr val="bg1"/>
              </a:solidFill>
            </a:endParaRPr>
          </a:p>
          <a:p>
            <a:r>
              <a:rPr lang="en-IN" dirty="0">
                <a:solidFill>
                  <a:schemeClr val="bg1"/>
                </a:solidFill>
              </a:rPr>
              <a:t>#include &lt;</a:t>
            </a:r>
            <a:r>
              <a:rPr lang="en-IN" dirty="0" err="1">
                <a:solidFill>
                  <a:schemeClr val="bg1"/>
                </a:solidFill>
              </a:rPr>
              <a:t>stdio.h</a:t>
            </a:r>
            <a:r>
              <a:rPr lang="en-IN" dirty="0">
                <a:solidFill>
                  <a:schemeClr val="bg1"/>
                </a:solidFill>
              </a:rPr>
              <a:t>&gt;</a:t>
            </a:r>
          </a:p>
          <a:p>
            <a:r>
              <a:rPr lang="en-IN" dirty="0">
                <a:solidFill>
                  <a:schemeClr val="bg1"/>
                </a:solidFill>
              </a:rPr>
              <a:t>int main() {</a:t>
            </a:r>
          </a:p>
          <a:p>
            <a:r>
              <a:rPr lang="en-IN" dirty="0">
                <a:solidFill>
                  <a:schemeClr val="bg1"/>
                </a:solidFill>
              </a:rPr>
              <a:t>    int </a:t>
            </a:r>
            <a:r>
              <a:rPr lang="en-IN" dirty="0" err="1">
                <a:solidFill>
                  <a:schemeClr val="bg1"/>
                </a:solidFill>
              </a:rPr>
              <a:t>num</a:t>
            </a:r>
            <a:r>
              <a:rPr lang="en-IN" dirty="0">
                <a:solidFill>
                  <a:schemeClr val="bg1"/>
                </a:solidFill>
              </a:rPr>
              <a:t> = 10;</a:t>
            </a:r>
          </a:p>
          <a:p>
            <a:r>
              <a:rPr lang="en-IN" dirty="0">
                <a:solidFill>
                  <a:schemeClr val="bg1"/>
                </a:solidFill>
              </a:rPr>
              <a:t>    float </a:t>
            </a:r>
            <a:r>
              <a:rPr lang="en-IN" dirty="0" err="1">
                <a:solidFill>
                  <a:schemeClr val="bg1"/>
                </a:solidFill>
              </a:rPr>
              <a:t>fnum</a:t>
            </a:r>
            <a:r>
              <a:rPr lang="en-IN" dirty="0">
                <a:solidFill>
                  <a:schemeClr val="bg1"/>
                </a:solidFill>
              </a:rPr>
              <a:t> = 5.5;</a:t>
            </a:r>
          </a:p>
          <a:p>
            <a:r>
              <a:rPr lang="en-IN" dirty="0">
                <a:solidFill>
                  <a:schemeClr val="bg1"/>
                </a:solidFill>
              </a:rPr>
              <a:t>    void *</a:t>
            </a:r>
            <a:r>
              <a:rPr lang="en-IN" dirty="0" err="1">
                <a:solidFill>
                  <a:schemeClr val="bg1"/>
                </a:solidFill>
              </a:rPr>
              <a:t>ptr</a:t>
            </a:r>
            <a:r>
              <a:rPr lang="en-IN" dirty="0">
                <a:solidFill>
                  <a:schemeClr val="bg1"/>
                </a:solidFill>
              </a:rPr>
              <a:t>;</a:t>
            </a:r>
          </a:p>
          <a:p>
            <a:r>
              <a:rPr lang="en-IN" dirty="0">
                <a:solidFill>
                  <a:schemeClr val="bg1"/>
                </a:solidFill>
              </a:rPr>
              <a:t>    </a:t>
            </a:r>
            <a:r>
              <a:rPr lang="en-IN" dirty="0" err="1">
                <a:solidFill>
                  <a:schemeClr val="bg1"/>
                </a:solidFill>
              </a:rPr>
              <a:t>ptr</a:t>
            </a:r>
            <a:r>
              <a:rPr lang="en-IN" dirty="0">
                <a:solidFill>
                  <a:schemeClr val="bg1"/>
                </a:solidFill>
              </a:rPr>
              <a:t> = &amp;</a:t>
            </a:r>
            <a:r>
              <a:rPr lang="en-IN" dirty="0" err="1">
                <a:solidFill>
                  <a:schemeClr val="bg1"/>
                </a:solidFill>
              </a:rPr>
              <a:t>num</a:t>
            </a:r>
            <a:r>
              <a:rPr lang="en-IN" dirty="0">
                <a:solidFill>
                  <a:schemeClr val="bg1"/>
                </a:solidFill>
              </a:rPr>
              <a:t>; // Void pointer pointing to an integer</a:t>
            </a:r>
          </a:p>
          <a:p>
            <a:r>
              <a:rPr lang="en-IN" dirty="0">
                <a:solidFill>
                  <a:schemeClr val="bg1"/>
                </a:solidFill>
              </a:rPr>
              <a:t>    </a:t>
            </a:r>
            <a:r>
              <a:rPr lang="en-IN" dirty="0" err="1">
                <a:solidFill>
                  <a:schemeClr val="bg1"/>
                </a:solidFill>
              </a:rPr>
              <a:t>printf</a:t>
            </a:r>
            <a:r>
              <a:rPr lang="en-IN" dirty="0">
                <a:solidFill>
                  <a:schemeClr val="bg1"/>
                </a:solidFill>
              </a:rPr>
              <a:t>("Value of </a:t>
            </a:r>
            <a:r>
              <a:rPr lang="en-IN" dirty="0" err="1">
                <a:solidFill>
                  <a:schemeClr val="bg1"/>
                </a:solidFill>
              </a:rPr>
              <a:t>num</a:t>
            </a:r>
            <a:r>
              <a:rPr lang="en-IN" dirty="0">
                <a:solidFill>
                  <a:schemeClr val="bg1"/>
                </a:solidFill>
              </a:rPr>
              <a:t>: %d\n", *(int*)</a:t>
            </a:r>
            <a:r>
              <a:rPr lang="en-IN" dirty="0" err="1">
                <a:solidFill>
                  <a:schemeClr val="bg1"/>
                </a:solidFill>
              </a:rPr>
              <a:t>ptr</a:t>
            </a:r>
            <a:r>
              <a:rPr lang="en-IN" dirty="0">
                <a:solidFill>
                  <a:schemeClr val="bg1"/>
                </a:solidFill>
              </a:rPr>
              <a:t>);</a:t>
            </a:r>
          </a:p>
          <a:p>
            <a:r>
              <a:rPr lang="en-IN" dirty="0">
                <a:solidFill>
                  <a:schemeClr val="bg1"/>
                </a:solidFill>
              </a:rPr>
              <a:t>    </a:t>
            </a:r>
            <a:r>
              <a:rPr lang="en-IN" dirty="0" err="1">
                <a:solidFill>
                  <a:schemeClr val="bg1"/>
                </a:solidFill>
              </a:rPr>
              <a:t>ptr</a:t>
            </a:r>
            <a:r>
              <a:rPr lang="en-IN" dirty="0">
                <a:solidFill>
                  <a:schemeClr val="bg1"/>
                </a:solidFill>
              </a:rPr>
              <a:t> = &amp;</a:t>
            </a:r>
            <a:r>
              <a:rPr lang="en-IN" dirty="0" err="1">
                <a:solidFill>
                  <a:schemeClr val="bg1"/>
                </a:solidFill>
              </a:rPr>
              <a:t>fnum</a:t>
            </a:r>
            <a:r>
              <a:rPr lang="en-IN" dirty="0">
                <a:solidFill>
                  <a:schemeClr val="bg1"/>
                </a:solidFill>
              </a:rPr>
              <a:t>; // Void pointer pointing to a float</a:t>
            </a:r>
          </a:p>
          <a:p>
            <a:r>
              <a:rPr lang="en-IN" dirty="0">
                <a:solidFill>
                  <a:schemeClr val="bg1"/>
                </a:solidFill>
              </a:rPr>
              <a:t>    </a:t>
            </a:r>
            <a:r>
              <a:rPr lang="en-IN" dirty="0" err="1">
                <a:solidFill>
                  <a:schemeClr val="bg1"/>
                </a:solidFill>
              </a:rPr>
              <a:t>printf</a:t>
            </a:r>
            <a:r>
              <a:rPr lang="en-IN" dirty="0">
                <a:solidFill>
                  <a:schemeClr val="bg1"/>
                </a:solidFill>
              </a:rPr>
              <a:t>("Value of </a:t>
            </a:r>
            <a:r>
              <a:rPr lang="en-IN" dirty="0" err="1">
                <a:solidFill>
                  <a:schemeClr val="bg1"/>
                </a:solidFill>
              </a:rPr>
              <a:t>fnum</a:t>
            </a:r>
            <a:r>
              <a:rPr lang="en-IN" dirty="0">
                <a:solidFill>
                  <a:schemeClr val="bg1"/>
                </a:solidFill>
              </a:rPr>
              <a:t>: %.2f\n", *(float*)</a:t>
            </a:r>
            <a:r>
              <a:rPr lang="en-IN" dirty="0" err="1">
                <a:solidFill>
                  <a:schemeClr val="bg1"/>
                </a:solidFill>
              </a:rPr>
              <a:t>ptr</a:t>
            </a:r>
            <a:r>
              <a:rPr lang="en-IN" dirty="0">
                <a:solidFill>
                  <a:schemeClr val="bg1"/>
                </a:solidFill>
              </a:rPr>
              <a:t>);</a:t>
            </a:r>
          </a:p>
          <a:p>
            <a:r>
              <a:rPr lang="en-IN" dirty="0">
                <a:solidFill>
                  <a:schemeClr val="bg1"/>
                </a:solidFill>
              </a:rPr>
              <a:t>    return 0;</a:t>
            </a:r>
          </a:p>
          <a:p>
            <a:r>
              <a:rPr lang="en-IN" dirty="0">
                <a:solidFill>
                  <a:schemeClr val="bg1"/>
                </a:solidFill>
              </a:rPr>
              <a:t>}</a:t>
            </a:r>
            <a:br>
              <a:rPr lang="en-IN" dirty="0">
                <a:solidFill>
                  <a:schemeClr val="bg1"/>
                </a:solidFill>
              </a:rPr>
            </a:br>
            <a:r>
              <a:rPr lang="en-IN" b="1" dirty="0">
                <a:solidFill>
                  <a:schemeClr val="bg1"/>
                </a:solidFill>
              </a:rPr>
              <a:t>Output:</a:t>
            </a:r>
            <a:br>
              <a:rPr lang="en-IN" dirty="0">
                <a:solidFill>
                  <a:schemeClr val="bg1"/>
                </a:solidFill>
              </a:rPr>
            </a:br>
            <a:r>
              <a:rPr lang="en-IN" dirty="0">
                <a:solidFill>
                  <a:schemeClr val="bg1"/>
                </a:solidFill>
              </a:rPr>
              <a:t>Value of </a:t>
            </a:r>
            <a:r>
              <a:rPr lang="en-IN" dirty="0" err="1">
                <a:solidFill>
                  <a:schemeClr val="bg1"/>
                </a:solidFill>
              </a:rPr>
              <a:t>num</a:t>
            </a:r>
            <a:r>
              <a:rPr lang="en-IN" dirty="0">
                <a:solidFill>
                  <a:schemeClr val="bg1"/>
                </a:solidFill>
              </a:rPr>
              <a:t>: 10</a:t>
            </a:r>
          </a:p>
          <a:p>
            <a:r>
              <a:rPr lang="en-IN" dirty="0">
                <a:solidFill>
                  <a:schemeClr val="bg1"/>
                </a:solidFill>
              </a:rPr>
              <a:t>Value of </a:t>
            </a:r>
            <a:r>
              <a:rPr lang="en-IN" dirty="0" err="1">
                <a:solidFill>
                  <a:schemeClr val="bg1"/>
                </a:solidFill>
              </a:rPr>
              <a:t>fnum</a:t>
            </a:r>
            <a:r>
              <a:rPr lang="en-IN" dirty="0">
                <a:solidFill>
                  <a:schemeClr val="bg1"/>
                </a:solidFill>
              </a:rPr>
              <a:t>: 5.50</a:t>
            </a:r>
          </a:p>
          <a:p>
            <a:br>
              <a:rPr lang="en-IN" dirty="0">
                <a:solidFill>
                  <a:schemeClr val="bg1"/>
                </a:solidFill>
              </a:rPr>
            </a:br>
            <a:br>
              <a:rPr lang="en-IN" dirty="0">
                <a:solidFill>
                  <a:schemeClr val="bg1"/>
                </a:solidFill>
              </a:rPr>
            </a:br>
            <a:br>
              <a:rPr lang="en-IN" dirty="0">
                <a:solidFill>
                  <a:schemeClr val="bg1"/>
                </a:solidFill>
              </a:rPr>
            </a:br>
            <a:endParaRPr lang="en-IN" dirty="0">
              <a:solidFill>
                <a:schemeClr val="bg1"/>
              </a:solidFill>
            </a:endParaRPr>
          </a:p>
        </p:txBody>
      </p:sp>
      <p:pic>
        <p:nvPicPr>
          <p:cNvPr id="7" name="Picture 6">
            <a:extLst>
              <a:ext uri="{FF2B5EF4-FFF2-40B4-BE49-F238E27FC236}">
                <a16:creationId xmlns:a16="http://schemas.microsoft.com/office/drawing/2014/main" id="{0C84F942-08D8-3EC8-C380-AC1C158D52B1}"/>
              </a:ext>
            </a:extLst>
          </p:cNvPr>
          <p:cNvPicPr>
            <a:picLocks noChangeAspect="1"/>
          </p:cNvPicPr>
          <p:nvPr/>
        </p:nvPicPr>
        <p:blipFill>
          <a:blip r:embed="rId2"/>
          <a:stretch>
            <a:fillRect/>
          </a:stretch>
        </p:blipFill>
        <p:spPr>
          <a:xfrm>
            <a:off x="6585857" y="230399"/>
            <a:ext cx="5437728" cy="6397201"/>
          </a:xfrm>
          <a:prstGeom prst="rect">
            <a:avLst/>
          </a:prstGeom>
        </p:spPr>
      </p:pic>
    </p:spTree>
    <p:extLst>
      <p:ext uri="{BB962C8B-B14F-4D97-AF65-F5344CB8AC3E}">
        <p14:creationId xmlns:p14="http://schemas.microsoft.com/office/powerpoint/2010/main" val="1000393479"/>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14548F-30F1-AB40-9002-879CA2FF1298}"/>
              </a:ext>
            </a:extLst>
          </p:cNvPr>
          <p:cNvSpPr>
            <a:spLocks noGrp="1"/>
          </p:cNvSpPr>
          <p:nvPr>
            <p:ph type="sldNum" sz="quarter" idx="10"/>
          </p:nvPr>
        </p:nvSpPr>
        <p:spPr/>
        <p:txBody>
          <a:bodyPr/>
          <a:lstStyle/>
          <a:p>
            <a:r>
              <a:rPr lang="en-US"/>
              <a:t>PAGE </a:t>
            </a:r>
            <a:fld id="{4A9B5881-4007-4345-955A-79C2656F0C49}" type="slidenum">
              <a:rPr lang="en-US" smtClean="0"/>
              <a:pPr/>
              <a:t>15</a:t>
            </a:fld>
            <a:endParaRPr lang="en-US" dirty="0"/>
          </a:p>
        </p:txBody>
      </p:sp>
      <p:pic>
        <p:nvPicPr>
          <p:cNvPr id="6" name="Picture 5">
            <a:extLst>
              <a:ext uri="{FF2B5EF4-FFF2-40B4-BE49-F238E27FC236}">
                <a16:creationId xmlns:a16="http://schemas.microsoft.com/office/drawing/2014/main" id="{A719EA5E-2C3B-3E96-8204-8F38CAB95C61}"/>
              </a:ext>
            </a:extLst>
          </p:cNvPr>
          <p:cNvPicPr>
            <a:picLocks noChangeAspect="1"/>
          </p:cNvPicPr>
          <p:nvPr/>
        </p:nvPicPr>
        <p:blipFill>
          <a:blip r:embed="rId2"/>
          <a:stretch>
            <a:fillRect/>
          </a:stretch>
        </p:blipFill>
        <p:spPr>
          <a:xfrm>
            <a:off x="174172" y="185059"/>
            <a:ext cx="5735004" cy="2705478"/>
          </a:xfrm>
          <a:prstGeom prst="rect">
            <a:avLst/>
          </a:prstGeom>
        </p:spPr>
      </p:pic>
      <p:pic>
        <p:nvPicPr>
          <p:cNvPr id="8" name="Picture 7">
            <a:extLst>
              <a:ext uri="{FF2B5EF4-FFF2-40B4-BE49-F238E27FC236}">
                <a16:creationId xmlns:a16="http://schemas.microsoft.com/office/drawing/2014/main" id="{B6887E56-71FD-F314-E1B4-E2F64A405DFE}"/>
              </a:ext>
            </a:extLst>
          </p:cNvPr>
          <p:cNvPicPr>
            <a:picLocks noChangeAspect="1"/>
          </p:cNvPicPr>
          <p:nvPr/>
        </p:nvPicPr>
        <p:blipFill>
          <a:blip r:embed="rId3"/>
          <a:stretch>
            <a:fillRect/>
          </a:stretch>
        </p:blipFill>
        <p:spPr>
          <a:xfrm>
            <a:off x="6096000" y="185059"/>
            <a:ext cx="5921828" cy="2705478"/>
          </a:xfrm>
          <a:prstGeom prst="rect">
            <a:avLst/>
          </a:prstGeom>
        </p:spPr>
      </p:pic>
      <p:pic>
        <p:nvPicPr>
          <p:cNvPr id="10" name="Picture 9">
            <a:extLst>
              <a:ext uri="{FF2B5EF4-FFF2-40B4-BE49-F238E27FC236}">
                <a16:creationId xmlns:a16="http://schemas.microsoft.com/office/drawing/2014/main" id="{D9773AA6-6FF8-A658-7599-561FD80B3ED9}"/>
              </a:ext>
            </a:extLst>
          </p:cNvPr>
          <p:cNvPicPr>
            <a:picLocks noChangeAspect="1"/>
          </p:cNvPicPr>
          <p:nvPr/>
        </p:nvPicPr>
        <p:blipFill>
          <a:blip r:embed="rId4"/>
          <a:stretch>
            <a:fillRect/>
          </a:stretch>
        </p:blipFill>
        <p:spPr>
          <a:xfrm>
            <a:off x="174172" y="3428999"/>
            <a:ext cx="5735004" cy="2932475"/>
          </a:xfrm>
          <a:prstGeom prst="rect">
            <a:avLst/>
          </a:prstGeom>
        </p:spPr>
      </p:pic>
      <p:pic>
        <p:nvPicPr>
          <p:cNvPr id="12" name="Picture 11">
            <a:extLst>
              <a:ext uri="{FF2B5EF4-FFF2-40B4-BE49-F238E27FC236}">
                <a16:creationId xmlns:a16="http://schemas.microsoft.com/office/drawing/2014/main" id="{30DAEAA8-D06E-D3E1-D98F-DCD1D9AA89EA}"/>
              </a:ext>
            </a:extLst>
          </p:cNvPr>
          <p:cNvPicPr>
            <a:picLocks noChangeAspect="1"/>
          </p:cNvPicPr>
          <p:nvPr/>
        </p:nvPicPr>
        <p:blipFill>
          <a:blip r:embed="rId5"/>
          <a:stretch>
            <a:fillRect/>
          </a:stretch>
        </p:blipFill>
        <p:spPr>
          <a:xfrm>
            <a:off x="6096000" y="3485338"/>
            <a:ext cx="5921828" cy="2876135"/>
          </a:xfrm>
          <a:prstGeom prst="rect">
            <a:avLst/>
          </a:prstGeom>
        </p:spPr>
      </p:pic>
    </p:spTree>
    <p:extLst>
      <p:ext uri="{BB962C8B-B14F-4D97-AF65-F5344CB8AC3E}">
        <p14:creationId xmlns:p14="http://schemas.microsoft.com/office/powerpoint/2010/main" val="68101588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2E36D1DF-A0B4-3EDB-2663-B38F177C0F0C}"/>
              </a:ext>
            </a:extLst>
          </p:cNvPr>
          <p:cNvSpPr>
            <a:spLocks noGrp="1"/>
          </p:cNvSpPr>
          <p:nvPr>
            <p:ph type="title"/>
          </p:nvPr>
        </p:nvSpPr>
        <p:spPr>
          <a:xfrm>
            <a:off x="0" y="0"/>
            <a:ext cx="12192000" cy="1469571"/>
          </a:xfrm>
        </p:spPr>
        <p:txBody>
          <a:bodyPr anchor="ctr">
            <a:normAutofit/>
          </a:bodyPr>
          <a:lstStyle/>
          <a:p>
            <a:pPr algn="ctr"/>
            <a:r>
              <a:rPr lang="en-IN" dirty="0"/>
              <a:t>Useful Typdefs and define</a:t>
            </a:r>
          </a:p>
        </p:txBody>
      </p:sp>
      <p:sp>
        <p:nvSpPr>
          <p:cNvPr id="2" name="Slide Number Placeholder 1">
            <a:extLst>
              <a:ext uri="{FF2B5EF4-FFF2-40B4-BE49-F238E27FC236}">
                <a16:creationId xmlns:a16="http://schemas.microsoft.com/office/drawing/2014/main" id="{76930A97-2BB1-C686-1742-4B7B399DED01}"/>
              </a:ext>
            </a:extLst>
          </p:cNvPr>
          <p:cNvSpPr>
            <a:spLocks noGrp="1"/>
          </p:cNvSpPr>
          <p:nvPr>
            <p:ph type="sldNum" sz="quarter" idx="10"/>
          </p:nvPr>
        </p:nvSpPr>
        <p:spPr>
          <a:xfrm>
            <a:off x="11353800" y="6361475"/>
            <a:ext cx="838200" cy="360000"/>
          </a:xfrm>
        </p:spPr>
        <p:txBody>
          <a:bodyPr anchor="ctr">
            <a:normAutofit/>
          </a:bodyPr>
          <a:lstStyle/>
          <a:p>
            <a:pPr>
              <a:spcAft>
                <a:spcPts val="600"/>
              </a:spcAft>
            </a:pPr>
            <a:r>
              <a:rPr lang="en-US"/>
              <a:t>PAGE </a:t>
            </a:r>
            <a:fld id="{4A9B5881-4007-4345-955A-79C2656F0C49}" type="slidenum">
              <a:rPr lang="en-US" smtClean="0"/>
              <a:pPr>
                <a:spcAft>
                  <a:spcPts val="600"/>
                </a:spcAft>
              </a:pPr>
              <a:t>16</a:t>
            </a:fld>
            <a:endParaRPr lang="en-US"/>
          </a:p>
        </p:txBody>
      </p:sp>
      <p:sp>
        <p:nvSpPr>
          <p:cNvPr id="10" name="TextBox 9">
            <a:extLst>
              <a:ext uri="{FF2B5EF4-FFF2-40B4-BE49-F238E27FC236}">
                <a16:creationId xmlns:a16="http://schemas.microsoft.com/office/drawing/2014/main" id="{81544957-CE58-1643-0FA9-88B087471867}"/>
              </a:ext>
            </a:extLst>
          </p:cNvPr>
          <p:cNvSpPr txBox="1"/>
          <p:nvPr/>
        </p:nvSpPr>
        <p:spPr>
          <a:xfrm>
            <a:off x="0" y="1469571"/>
            <a:ext cx="12192000" cy="4062651"/>
          </a:xfrm>
          <a:prstGeom prst="rect">
            <a:avLst/>
          </a:prstGeom>
          <a:noFill/>
        </p:spPr>
        <p:txBody>
          <a:bodyPr wrap="square">
            <a:spAutoFit/>
          </a:bodyPr>
          <a:lstStyle/>
          <a:p>
            <a:r>
              <a:rPr lang="en-IN" sz="2400" b="1" dirty="0">
                <a:solidFill>
                  <a:schemeClr val="bg1"/>
                </a:solidFill>
              </a:rPr>
              <a:t>typedef in C</a:t>
            </a:r>
          </a:p>
          <a:p>
            <a:r>
              <a:rPr lang="en-IN" dirty="0">
                <a:solidFill>
                  <a:schemeClr val="bg1"/>
                </a:solidFill>
              </a:rPr>
              <a:t>The typedef keyword is used to define a new type name for an existing type. It is used primarily to improve code readability by providing a more meaningful or simplified name for complex data types.</a:t>
            </a:r>
            <a:br>
              <a:rPr lang="en-IN" dirty="0">
                <a:solidFill>
                  <a:schemeClr val="bg1"/>
                </a:solidFill>
              </a:rPr>
            </a:br>
            <a:br>
              <a:rPr lang="en-IN" dirty="0">
                <a:solidFill>
                  <a:schemeClr val="bg1"/>
                </a:solidFill>
              </a:rPr>
            </a:br>
            <a:r>
              <a:rPr lang="en-IN" b="1" dirty="0">
                <a:solidFill>
                  <a:schemeClr val="bg1"/>
                </a:solidFill>
              </a:rPr>
              <a:t>Basic Typedef for Simplicity	</a:t>
            </a:r>
            <a:r>
              <a:rPr lang="en-IN" dirty="0">
                <a:solidFill>
                  <a:schemeClr val="bg1"/>
                </a:solidFill>
              </a:rPr>
              <a:t>	</a:t>
            </a:r>
            <a:r>
              <a:rPr lang="en-IN" b="1" dirty="0">
                <a:solidFill>
                  <a:schemeClr val="bg1"/>
                </a:solidFill>
              </a:rPr>
              <a:t>Typedef for Structs</a:t>
            </a:r>
            <a:r>
              <a:rPr lang="en-IN" dirty="0">
                <a:solidFill>
                  <a:schemeClr val="bg1"/>
                </a:solidFill>
              </a:rPr>
              <a:t>			</a:t>
            </a:r>
            <a:r>
              <a:rPr lang="en-IN" b="1" dirty="0">
                <a:solidFill>
                  <a:schemeClr val="bg1"/>
                </a:solidFill>
              </a:rPr>
              <a:t>Typedef for Enums</a:t>
            </a:r>
          </a:p>
          <a:p>
            <a:endParaRPr lang="en-IN" dirty="0">
              <a:solidFill>
                <a:schemeClr val="bg1"/>
              </a:solidFill>
            </a:endParaRPr>
          </a:p>
          <a:p>
            <a:r>
              <a:rPr lang="en-IN" dirty="0">
                <a:solidFill>
                  <a:schemeClr val="bg1"/>
                </a:solidFill>
              </a:rPr>
              <a:t>typedef unsigned char BYTE;		typedef struct {			typedef </a:t>
            </a:r>
            <a:r>
              <a:rPr lang="en-IN" dirty="0" err="1">
                <a:solidFill>
                  <a:schemeClr val="bg1"/>
                </a:solidFill>
              </a:rPr>
              <a:t>enum</a:t>
            </a:r>
            <a:r>
              <a:rPr lang="en-IN" dirty="0">
                <a:solidFill>
                  <a:schemeClr val="bg1"/>
                </a:solidFill>
              </a:rPr>
              <a:t> {</a:t>
            </a:r>
          </a:p>
          <a:p>
            <a:r>
              <a:rPr lang="en-IN" dirty="0">
                <a:solidFill>
                  <a:schemeClr val="bg1"/>
                </a:solidFill>
              </a:rPr>
              <a:t>BYTE b1, b2;			int x;				RED;</a:t>
            </a:r>
          </a:p>
          <a:p>
            <a:r>
              <a:rPr lang="en-IN" dirty="0">
                <a:solidFill>
                  <a:schemeClr val="bg1"/>
                </a:solidFill>
              </a:rPr>
              <a:t>				int y;				GREEN;</a:t>
            </a:r>
          </a:p>
          <a:p>
            <a:r>
              <a:rPr lang="en-IN" dirty="0">
                <a:solidFill>
                  <a:schemeClr val="bg1"/>
                </a:solidFill>
              </a:rPr>
              <a:t>				}Point;				BLUE;</a:t>
            </a:r>
          </a:p>
          <a:p>
            <a:r>
              <a:rPr lang="en-IN" dirty="0">
                <a:solidFill>
                  <a:schemeClr val="bg1"/>
                </a:solidFill>
              </a:rPr>
              <a:t>				Point p1,p2;			}</a:t>
            </a:r>
            <a:r>
              <a:rPr lang="en-IN" dirty="0" err="1">
                <a:solidFill>
                  <a:schemeClr val="bg1"/>
                </a:solidFill>
              </a:rPr>
              <a:t>Color</a:t>
            </a:r>
            <a:r>
              <a:rPr lang="en-IN" dirty="0">
                <a:solidFill>
                  <a:schemeClr val="bg1"/>
                </a:solidFill>
              </a:rPr>
              <a:t>;</a:t>
            </a:r>
          </a:p>
          <a:p>
            <a:r>
              <a:rPr lang="en-IN" dirty="0">
                <a:solidFill>
                  <a:schemeClr val="bg1"/>
                </a:solidFill>
              </a:rPr>
              <a:t>								</a:t>
            </a:r>
            <a:r>
              <a:rPr lang="en-IN" dirty="0" err="1">
                <a:solidFill>
                  <a:schemeClr val="bg1"/>
                </a:solidFill>
              </a:rPr>
              <a:t>Color</a:t>
            </a:r>
            <a:r>
              <a:rPr lang="en-IN" dirty="0">
                <a:solidFill>
                  <a:schemeClr val="bg1"/>
                </a:solidFill>
              </a:rPr>
              <a:t> </a:t>
            </a:r>
            <a:r>
              <a:rPr lang="en-IN" dirty="0" err="1">
                <a:solidFill>
                  <a:schemeClr val="bg1"/>
                </a:solidFill>
              </a:rPr>
              <a:t>favoriteColor</a:t>
            </a:r>
            <a:r>
              <a:rPr lang="en-IN" dirty="0">
                <a:solidFill>
                  <a:schemeClr val="bg1"/>
                </a:solidFill>
              </a:rPr>
              <a:t> = GREEN;</a:t>
            </a:r>
          </a:p>
          <a:p>
            <a:br>
              <a:rPr lang="en-IN" dirty="0">
                <a:solidFill>
                  <a:schemeClr val="bg1"/>
                </a:solidFill>
              </a:rPr>
            </a:br>
            <a:endParaRPr lang="en-IN" dirty="0">
              <a:solidFill>
                <a:schemeClr val="bg1"/>
              </a:solidFill>
            </a:endParaRPr>
          </a:p>
        </p:txBody>
      </p:sp>
    </p:spTree>
    <p:extLst>
      <p:ext uri="{BB962C8B-B14F-4D97-AF65-F5344CB8AC3E}">
        <p14:creationId xmlns:p14="http://schemas.microsoft.com/office/powerpoint/2010/main" val="98450088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FC9E6-6D0A-DBA5-9C70-D530699B3F8E}"/>
            </a:ext>
          </a:extLst>
        </p:cNvPr>
        <p:cNvGrpSpPr/>
        <p:nvPr/>
      </p:nvGrpSpPr>
      <p:grpSpPr>
        <a:xfrm>
          <a:off x="0" y="0"/>
          <a:ext cx="0" cy="0"/>
          <a:chOff x="0" y="0"/>
          <a:chExt cx="0" cy="0"/>
        </a:xfrm>
      </p:grpSpPr>
      <p:sp>
        <p:nvSpPr>
          <p:cNvPr id="4" name="Title 4">
            <a:extLst>
              <a:ext uri="{FF2B5EF4-FFF2-40B4-BE49-F238E27FC236}">
                <a16:creationId xmlns:a16="http://schemas.microsoft.com/office/drawing/2014/main" id="{ABE170BA-9216-48A6-3ABC-19B090313CB8}"/>
              </a:ext>
            </a:extLst>
          </p:cNvPr>
          <p:cNvSpPr>
            <a:spLocks noGrp="1"/>
          </p:cNvSpPr>
          <p:nvPr>
            <p:ph type="title"/>
          </p:nvPr>
        </p:nvSpPr>
        <p:spPr>
          <a:xfrm>
            <a:off x="0" y="0"/>
            <a:ext cx="12192000" cy="1469571"/>
          </a:xfrm>
        </p:spPr>
        <p:txBody>
          <a:bodyPr anchor="ctr">
            <a:normAutofit/>
          </a:bodyPr>
          <a:lstStyle/>
          <a:p>
            <a:pPr algn="ctr"/>
            <a:r>
              <a:rPr lang="en-IN" dirty="0"/>
              <a:t>Useful Typdefs and define</a:t>
            </a:r>
          </a:p>
        </p:txBody>
      </p:sp>
      <p:sp>
        <p:nvSpPr>
          <p:cNvPr id="2" name="Slide Number Placeholder 1">
            <a:extLst>
              <a:ext uri="{FF2B5EF4-FFF2-40B4-BE49-F238E27FC236}">
                <a16:creationId xmlns:a16="http://schemas.microsoft.com/office/drawing/2014/main" id="{B9A02A54-10F0-6FD5-AFC3-67475CD58C5D}"/>
              </a:ext>
            </a:extLst>
          </p:cNvPr>
          <p:cNvSpPr>
            <a:spLocks noGrp="1"/>
          </p:cNvSpPr>
          <p:nvPr>
            <p:ph type="sldNum" sz="quarter" idx="10"/>
          </p:nvPr>
        </p:nvSpPr>
        <p:spPr>
          <a:xfrm>
            <a:off x="11353800" y="6361475"/>
            <a:ext cx="838200" cy="360000"/>
          </a:xfrm>
        </p:spPr>
        <p:txBody>
          <a:bodyPr anchor="ctr">
            <a:normAutofit/>
          </a:bodyPr>
          <a:lstStyle/>
          <a:p>
            <a:pPr>
              <a:spcAft>
                <a:spcPts val="600"/>
              </a:spcAft>
            </a:pPr>
            <a:r>
              <a:rPr lang="en-US"/>
              <a:t>PAGE </a:t>
            </a:r>
            <a:fld id="{4A9B5881-4007-4345-955A-79C2656F0C49}" type="slidenum">
              <a:rPr lang="en-US" smtClean="0"/>
              <a:pPr>
                <a:spcAft>
                  <a:spcPts val="600"/>
                </a:spcAft>
              </a:pPr>
              <a:t>17</a:t>
            </a:fld>
            <a:endParaRPr lang="en-US"/>
          </a:p>
        </p:txBody>
      </p:sp>
      <p:sp>
        <p:nvSpPr>
          <p:cNvPr id="10" name="TextBox 9">
            <a:extLst>
              <a:ext uri="{FF2B5EF4-FFF2-40B4-BE49-F238E27FC236}">
                <a16:creationId xmlns:a16="http://schemas.microsoft.com/office/drawing/2014/main" id="{450B5D52-57EB-ABA1-F1B0-3077AA4D37BA}"/>
              </a:ext>
            </a:extLst>
          </p:cNvPr>
          <p:cNvSpPr txBox="1"/>
          <p:nvPr/>
        </p:nvSpPr>
        <p:spPr>
          <a:xfrm>
            <a:off x="0" y="1469571"/>
            <a:ext cx="12192000" cy="5170646"/>
          </a:xfrm>
          <a:prstGeom prst="rect">
            <a:avLst/>
          </a:prstGeom>
          <a:noFill/>
        </p:spPr>
        <p:txBody>
          <a:bodyPr wrap="square">
            <a:spAutoFit/>
          </a:bodyPr>
          <a:lstStyle/>
          <a:p>
            <a:r>
              <a:rPr lang="en-IN" sz="2400" b="1" dirty="0">
                <a:solidFill>
                  <a:schemeClr val="bg1"/>
                </a:solidFill>
              </a:rPr>
              <a:t>define</a:t>
            </a:r>
            <a:br>
              <a:rPr lang="en-IN" dirty="0">
                <a:solidFill>
                  <a:schemeClr val="bg1"/>
                </a:solidFill>
              </a:rPr>
            </a:br>
            <a:br>
              <a:rPr lang="en-IN" dirty="0">
                <a:solidFill>
                  <a:schemeClr val="bg1"/>
                </a:solidFill>
              </a:rPr>
            </a:br>
            <a:r>
              <a:rPr lang="en-IN" dirty="0">
                <a:solidFill>
                  <a:schemeClr val="bg1"/>
                </a:solidFill>
              </a:rPr>
              <a:t>In C programming, #define is a preprocessor directive that is used to define macros. The macros are the identifiers defined by #define which are replaced by their value before compilation. We can define constants and functions like macros using #define.</a:t>
            </a:r>
            <a:br>
              <a:rPr lang="en-IN" dirty="0">
                <a:solidFill>
                  <a:schemeClr val="bg1"/>
                </a:solidFill>
              </a:rPr>
            </a:br>
            <a:br>
              <a:rPr lang="en-IN" dirty="0">
                <a:solidFill>
                  <a:schemeClr val="bg1"/>
                </a:solidFill>
              </a:rPr>
            </a:br>
            <a:r>
              <a:rPr lang="en-IN" b="1" dirty="0">
                <a:solidFill>
                  <a:schemeClr val="bg1"/>
                </a:solidFill>
              </a:rPr>
              <a:t>Defining Constants			Macro Functions			</a:t>
            </a:r>
          </a:p>
          <a:p>
            <a:endParaRPr lang="en-IN" b="1" dirty="0">
              <a:solidFill>
                <a:schemeClr val="bg1"/>
              </a:solidFill>
            </a:endParaRPr>
          </a:p>
          <a:p>
            <a:r>
              <a:rPr lang="en-IN" dirty="0">
                <a:solidFill>
                  <a:schemeClr val="bg1"/>
                </a:solidFill>
              </a:rPr>
              <a:t>#define PI 3.14159			</a:t>
            </a:r>
            <a:r>
              <a:rPr lang="it-IT" dirty="0">
                <a:solidFill>
                  <a:schemeClr val="bg1"/>
                </a:solidFill>
              </a:rPr>
              <a:t>#define SQUARE(x) ((x) * (x))</a:t>
            </a:r>
          </a:p>
          <a:p>
            <a:r>
              <a:rPr lang="en-IN" dirty="0">
                <a:solidFill>
                  <a:schemeClr val="bg1"/>
                </a:solidFill>
              </a:rPr>
              <a:t>#define MAX_BUFFER_SIZE 1024 	#define MAX(a, b) ((a) &gt; (b) ? (a) : (b))</a:t>
            </a:r>
            <a:br>
              <a:rPr lang="en-IN" dirty="0">
                <a:solidFill>
                  <a:schemeClr val="bg1"/>
                </a:solidFill>
              </a:rPr>
            </a:br>
            <a:endParaRPr lang="en-IN" dirty="0">
              <a:solidFill>
                <a:schemeClr val="bg1"/>
              </a:solidFill>
            </a:endParaRPr>
          </a:p>
          <a:p>
            <a:r>
              <a:rPr lang="en-IN" b="1" dirty="0">
                <a:solidFill>
                  <a:schemeClr val="bg1"/>
                </a:solidFill>
              </a:rPr>
              <a:t>Hardware Register Access</a:t>
            </a:r>
          </a:p>
          <a:p>
            <a:endParaRPr lang="en-IN" dirty="0">
              <a:solidFill>
                <a:schemeClr val="bg1"/>
              </a:solidFill>
            </a:endParaRPr>
          </a:p>
          <a:p>
            <a:r>
              <a:rPr lang="en-IN" dirty="0">
                <a:solidFill>
                  <a:schemeClr val="bg1"/>
                </a:solidFill>
              </a:rPr>
              <a:t>#define REG_BASE_ADDR 0x40000000</a:t>
            </a:r>
          </a:p>
          <a:p>
            <a:r>
              <a:rPr lang="en-IN" dirty="0">
                <a:solidFill>
                  <a:schemeClr val="bg1"/>
                </a:solidFill>
              </a:rPr>
              <a:t>#define REG(offset) (*(volatile unsigned int *)(REG_BASE_ADDR + (offset)))</a:t>
            </a:r>
          </a:p>
          <a:p>
            <a:endParaRPr lang="en-IN" dirty="0">
              <a:solidFill>
                <a:schemeClr val="bg1"/>
              </a:solidFill>
            </a:endParaRPr>
          </a:p>
          <a:p>
            <a:r>
              <a:rPr lang="en-IN" dirty="0">
                <a:solidFill>
                  <a:schemeClr val="bg1"/>
                </a:solidFill>
              </a:rPr>
              <a:t>// Usage</a:t>
            </a:r>
          </a:p>
          <a:p>
            <a:r>
              <a:rPr lang="en-IN" dirty="0">
                <a:solidFill>
                  <a:schemeClr val="bg1"/>
                </a:solidFill>
              </a:rPr>
              <a:t>unsigned int value = REG(0x10); // Access register at offset 0x10</a:t>
            </a:r>
            <a:br>
              <a:rPr lang="en-IN" dirty="0">
                <a:solidFill>
                  <a:schemeClr val="bg1"/>
                </a:solidFill>
              </a:rPr>
            </a:br>
            <a:endParaRPr lang="en-IN" dirty="0">
              <a:solidFill>
                <a:schemeClr val="bg1"/>
              </a:solidFill>
            </a:endParaRPr>
          </a:p>
        </p:txBody>
      </p:sp>
    </p:spTree>
    <p:extLst>
      <p:ext uri="{BB962C8B-B14F-4D97-AF65-F5344CB8AC3E}">
        <p14:creationId xmlns:p14="http://schemas.microsoft.com/office/powerpoint/2010/main" val="645234334"/>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71ADB-E283-F05D-5ED5-972E181A4C9E}"/>
              </a:ext>
            </a:extLst>
          </p:cNvPr>
          <p:cNvSpPr>
            <a:spLocks noGrp="1"/>
          </p:cNvSpPr>
          <p:nvPr>
            <p:ph type="title"/>
          </p:nvPr>
        </p:nvSpPr>
        <p:spPr>
          <a:xfrm>
            <a:off x="0" y="1"/>
            <a:ext cx="12192000" cy="1404256"/>
          </a:xfrm>
        </p:spPr>
        <p:txBody>
          <a:bodyPr/>
          <a:lstStyle/>
          <a:p>
            <a:pPr algn="ctr"/>
            <a:r>
              <a:rPr lang="en-IN" dirty="0"/>
              <a:t>Bit Manipulation</a:t>
            </a:r>
          </a:p>
        </p:txBody>
      </p:sp>
      <p:sp>
        <p:nvSpPr>
          <p:cNvPr id="4" name="Slide Number Placeholder 3">
            <a:extLst>
              <a:ext uri="{FF2B5EF4-FFF2-40B4-BE49-F238E27FC236}">
                <a16:creationId xmlns:a16="http://schemas.microsoft.com/office/drawing/2014/main" id="{C0F63B22-68AE-B91F-3095-09426566874D}"/>
              </a:ext>
            </a:extLst>
          </p:cNvPr>
          <p:cNvSpPr>
            <a:spLocks noGrp="1"/>
          </p:cNvSpPr>
          <p:nvPr>
            <p:ph type="sldNum" sz="quarter" idx="10"/>
          </p:nvPr>
        </p:nvSpPr>
        <p:spPr/>
        <p:txBody>
          <a:bodyPr/>
          <a:lstStyle/>
          <a:p>
            <a:r>
              <a:rPr lang="en-US"/>
              <a:t>PAGE </a:t>
            </a:r>
            <a:fld id="{4A9B5881-4007-4345-955A-79C2656F0C49}" type="slidenum">
              <a:rPr lang="en-US" smtClean="0"/>
              <a:pPr/>
              <a:t>18</a:t>
            </a:fld>
            <a:endParaRPr lang="en-US" dirty="0"/>
          </a:p>
        </p:txBody>
      </p:sp>
      <p:sp>
        <p:nvSpPr>
          <p:cNvPr id="9" name="TextBox 8">
            <a:extLst>
              <a:ext uri="{FF2B5EF4-FFF2-40B4-BE49-F238E27FC236}">
                <a16:creationId xmlns:a16="http://schemas.microsoft.com/office/drawing/2014/main" id="{78D1EB69-9E6D-081B-310C-822C295B433A}"/>
              </a:ext>
            </a:extLst>
          </p:cNvPr>
          <p:cNvSpPr txBox="1"/>
          <p:nvPr/>
        </p:nvSpPr>
        <p:spPr>
          <a:xfrm>
            <a:off x="0" y="1404257"/>
            <a:ext cx="12192000" cy="5078313"/>
          </a:xfrm>
          <a:prstGeom prst="rect">
            <a:avLst/>
          </a:prstGeom>
          <a:noFill/>
        </p:spPr>
        <p:txBody>
          <a:bodyPr wrap="square">
            <a:spAutoFit/>
          </a:bodyPr>
          <a:lstStyle/>
          <a:p>
            <a:r>
              <a:rPr lang="en-IN" dirty="0">
                <a:solidFill>
                  <a:schemeClr val="bg1"/>
                </a:solidFill>
              </a:rPr>
              <a:t>Bit manipulation in C involves directly working with the binary representation of data, manipulating individual bits to achieve specific computational results. It's a fundamental technique used in various programming tasks, especially in low-level programming, system programming, and performance-critical applications.</a:t>
            </a:r>
            <a:br>
              <a:rPr lang="en-IN" dirty="0">
                <a:solidFill>
                  <a:schemeClr val="bg1"/>
                </a:solidFill>
              </a:rPr>
            </a:br>
            <a:endParaRPr lang="en-IN" dirty="0">
              <a:solidFill>
                <a:schemeClr val="bg1"/>
              </a:solidFill>
            </a:endParaRPr>
          </a:p>
          <a:p>
            <a:r>
              <a:rPr lang="en-IN" b="1" dirty="0">
                <a:solidFill>
                  <a:schemeClr val="bg1"/>
                </a:solidFill>
              </a:rPr>
              <a:t>Setting a Bit</a:t>
            </a:r>
          </a:p>
          <a:p>
            <a:endParaRPr lang="en-IN" dirty="0">
              <a:solidFill>
                <a:schemeClr val="bg1"/>
              </a:solidFill>
            </a:endParaRPr>
          </a:p>
          <a:p>
            <a:r>
              <a:rPr lang="en-IN" dirty="0">
                <a:solidFill>
                  <a:schemeClr val="bg1"/>
                </a:solidFill>
              </a:rPr>
              <a:t>#include &lt;</a:t>
            </a:r>
            <a:r>
              <a:rPr lang="en-IN" dirty="0" err="1">
                <a:solidFill>
                  <a:schemeClr val="bg1"/>
                </a:solidFill>
              </a:rPr>
              <a:t>stdio.h</a:t>
            </a:r>
            <a:r>
              <a:rPr lang="en-IN" dirty="0">
                <a:solidFill>
                  <a:schemeClr val="bg1"/>
                </a:solidFill>
              </a:rPr>
              <a:t>&gt;</a:t>
            </a:r>
          </a:p>
          <a:p>
            <a:endParaRPr lang="en-IN" dirty="0">
              <a:solidFill>
                <a:schemeClr val="bg1"/>
              </a:solidFill>
            </a:endParaRPr>
          </a:p>
          <a:p>
            <a:r>
              <a:rPr lang="en-IN" dirty="0">
                <a:solidFill>
                  <a:schemeClr val="bg1"/>
                </a:solidFill>
              </a:rPr>
              <a:t>int main() {</a:t>
            </a:r>
          </a:p>
          <a:p>
            <a:r>
              <a:rPr lang="en-IN" dirty="0">
                <a:solidFill>
                  <a:schemeClr val="bg1"/>
                </a:solidFill>
              </a:rPr>
              <a:t>    int </a:t>
            </a:r>
            <a:r>
              <a:rPr lang="en-IN" dirty="0" err="1">
                <a:solidFill>
                  <a:schemeClr val="bg1"/>
                </a:solidFill>
              </a:rPr>
              <a:t>num</a:t>
            </a:r>
            <a:r>
              <a:rPr lang="en-IN" dirty="0">
                <a:solidFill>
                  <a:schemeClr val="bg1"/>
                </a:solidFill>
              </a:rPr>
              <a:t> = 0b00001111; // Initial value: 15 (binary: 00001111)</a:t>
            </a:r>
          </a:p>
          <a:p>
            <a:r>
              <a:rPr lang="en-IN" dirty="0">
                <a:solidFill>
                  <a:schemeClr val="bg1"/>
                </a:solidFill>
              </a:rPr>
              <a:t>    int </a:t>
            </a:r>
            <a:r>
              <a:rPr lang="en-IN" dirty="0" err="1">
                <a:solidFill>
                  <a:schemeClr val="bg1"/>
                </a:solidFill>
              </a:rPr>
              <a:t>pos</a:t>
            </a:r>
            <a:r>
              <a:rPr lang="en-IN" dirty="0">
                <a:solidFill>
                  <a:schemeClr val="bg1"/>
                </a:solidFill>
              </a:rPr>
              <a:t> = 5; // Position to set the bit</a:t>
            </a:r>
          </a:p>
          <a:p>
            <a:endParaRPr lang="en-IN" dirty="0">
              <a:solidFill>
                <a:schemeClr val="bg1"/>
              </a:solidFill>
            </a:endParaRPr>
          </a:p>
          <a:p>
            <a:r>
              <a:rPr lang="en-IN" dirty="0">
                <a:solidFill>
                  <a:schemeClr val="bg1"/>
                </a:solidFill>
              </a:rPr>
              <a:t>    </a:t>
            </a:r>
            <a:r>
              <a:rPr lang="en-IN" dirty="0" err="1">
                <a:solidFill>
                  <a:schemeClr val="bg1"/>
                </a:solidFill>
              </a:rPr>
              <a:t>num</a:t>
            </a:r>
            <a:r>
              <a:rPr lang="en-IN" dirty="0">
                <a:solidFill>
                  <a:schemeClr val="bg1"/>
                </a:solidFill>
              </a:rPr>
              <a:t> |= (1 &lt;&lt; </a:t>
            </a:r>
            <a:r>
              <a:rPr lang="en-IN" dirty="0" err="1">
                <a:solidFill>
                  <a:schemeClr val="bg1"/>
                </a:solidFill>
              </a:rPr>
              <a:t>pos</a:t>
            </a:r>
            <a:r>
              <a:rPr lang="en-IN" dirty="0">
                <a:solidFill>
                  <a:schemeClr val="bg1"/>
                </a:solidFill>
              </a:rPr>
              <a:t>); // Set bit at position 5</a:t>
            </a:r>
          </a:p>
          <a:p>
            <a:endParaRPr lang="en-IN" dirty="0">
              <a:solidFill>
                <a:schemeClr val="bg1"/>
              </a:solidFill>
            </a:endParaRPr>
          </a:p>
          <a:p>
            <a:r>
              <a:rPr lang="en-IN" dirty="0">
                <a:solidFill>
                  <a:schemeClr val="bg1"/>
                </a:solidFill>
              </a:rPr>
              <a:t>    </a:t>
            </a:r>
            <a:r>
              <a:rPr lang="en-IN" dirty="0" err="1">
                <a:solidFill>
                  <a:schemeClr val="bg1"/>
                </a:solidFill>
              </a:rPr>
              <a:t>printf</a:t>
            </a:r>
            <a:r>
              <a:rPr lang="en-IN" dirty="0">
                <a:solidFill>
                  <a:schemeClr val="bg1"/>
                </a:solidFill>
              </a:rPr>
              <a:t>("After setting bit %d: %d (binary: %08b)\n", </a:t>
            </a:r>
            <a:r>
              <a:rPr lang="en-IN" dirty="0" err="1">
                <a:solidFill>
                  <a:schemeClr val="bg1"/>
                </a:solidFill>
              </a:rPr>
              <a:t>pos</a:t>
            </a:r>
            <a:r>
              <a:rPr lang="en-IN" dirty="0">
                <a:solidFill>
                  <a:schemeClr val="bg1"/>
                </a:solidFill>
              </a:rPr>
              <a:t>, </a:t>
            </a:r>
            <a:r>
              <a:rPr lang="en-IN" dirty="0" err="1">
                <a:solidFill>
                  <a:schemeClr val="bg1"/>
                </a:solidFill>
              </a:rPr>
              <a:t>num</a:t>
            </a:r>
            <a:r>
              <a:rPr lang="en-IN" dirty="0">
                <a:solidFill>
                  <a:schemeClr val="bg1"/>
                </a:solidFill>
              </a:rPr>
              <a:t>, </a:t>
            </a:r>
            <a:r>
              <a:rPr lang="en-IN" dirty="0" err="1">
                <a:solidFill>
                  <a:schemeClr val="bg1"/>
                </a:solidFill>
              </a:rPr>
              <a:t>num</a:t>
            </a:r>
            <a:r>
              <a:rPr lang="en-IN" dirty="0">
                <a:solidFill>
                  <a:schemeClr val="bg1"/>
                </a:solidFill>
              </a:rPr>
              <a:t>);</a:t>
            </a:r>
          </a:p>
          <a:p>
            <a:endParaRPr lang="en-IN" dirty="0">
              <a:solidFill>
                <a:schemeClr val="bg1"/>
              </a:solidFill>
            </a:endParaRPr>
          </a:p>
          <a:p>
            <a:r>
              <a:rPr lang="en-IN" dirty="0">
                <a:solidFill>
                  <a:schemeClr val="bg1"/>
                </a:solidFill>
              </a:rPr>
              <a:t>    return 0;</a:t>
            </a:r>
          </a:p>
          <a:p>
            <a:r>
              <a:rPr lang="en-IN" dirty="0">
                <a:solidFill>
                  <a:schemeClr val="bg1"/>
                </a:solidFill>
              </a:rPr>
              <a:t>}</a:t>
            </a:r>
          </a:p>
        </p:txBody>
      </p:sp>
    </p:spTree>
    <p:extLst>
      <p:ext uri="{BB962C8B-B14F-4D97-AF65-F5344CB8AC3E}">
        <p14:creationId xmlns:p14="http://schemas.microsoft.com/office/powerpoint/2010/main" val="701816310"/>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7142F-01C2-0D53-D21A-E12FEC6BB43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EC209B-4049-B054-EE44-91CEBC70B679}"/>
              </a:ext>
            </a:extLst>
          </p:cNvPr>
          <p:cNvSpPr>
            <a:spLocks noGrp="1"/>
          </p:cNvSpPr>
          <p:nvPr>
            <p:ph type="sldNum" sz="quarter" idx="10"/>
          </p:nvPr>
        </p:nvSpPr>
        <p:spPr/>
        <p:txBody>
          <a:bodyPr/>
          <a:lstStyle/>
          <a:p>
            <a:r>
              <a:rPr lang="en-US"/>
              <a:t>PAGE </a:t>
            </a:r>
            <a:fld id="{4A9B5881-4007-4345-955A-79C2656F0C49}" type="slidenum">
              <a:rPr lang="en-US" smtClean="0"/>
              <a:pPr/>
              <a:t>19</a:t>
            </a:fld>
            <a:endParaRPr lang="en-US" dirty="0"/>
          </a:p>
        </p:txBody>
      </p:sp>
      <p:sp>
        <p:nvSpPr>
          <p:cNvPr id="9" name="TextBox 8">
            <a:extLst>
              <a:ext uri="{FF2B5EF4-FFF2-40B4-BE49-F238E27FC236}">
                <a16:creationId xmlns:a16="http://schemas.microsoft.com/office/drawing/2014/main" id="{5D8ED7DB-064A-8B89-CEB2-9BE0B9D8680D}"/>
              </a:ext>
            </a:extLst>
          </p:cNvPr>
          <p:cNvSpPr txBox="1"/>
          <p:nvPr/>
        </p:nvSpPr>
        <p:spPr>
          <a:xfrm>
            <a:off x="0" y="0"/>
            <a:ext cx="12192000" cy="6186309"/>
          </a:xfrm>
          <a:prstGeom prst="rect">
            <a:avLst/>
          </a:prstGeom>
          <a:noFill/>
        </p:spPr>
        <p:txBody>
          <a:bodyPr wrap="square">
            <a:spAutoFit/>
          </a:bodyPr>
          <a:lstStyle/>
          <a:p>
            <a:r>
              <a:rPr lang="en-IN" b="1" dirty="0">
                <a:solidFill>
                  <a:schemeClr val="bg1"/>
                </a:solidFill>
              </a:rPr>
              <a:t>Clearing a Bit</a:t>
            </a:r>
          </a:p>
          <a:p>
            <a:endParaRPr lang="en-IN" dirty="0">
              <a:solidFill>
                <a:schemeClr val="bg1"/>
              </a:solidFill>
            </a:endParaRPr>
          </a:p>
          <a:p>
            <a:r>
              <a:rPr lang="en-IN" dirty="0">
                <a:solidFill>
                  <a:schemeClr val="bg1"/>
                </a:solidFill>
              </a:rPr>
              <a:t>#include &lt;</a:t>
            </a:r>
            <a:r>
              <a:rPr lang="en-IN" dirty="0" err="1">
                <a:solidFill>
                  <a:schemeClr val="bg1"/>
                </a:solidFill>
              </a:rPr>
              <a:t>stdio.h</a:t>
            </a:r>
            <a:r>
              <a:rPr lang="en-IN" dirty="0">
                <a:solidFill>
                  <a:schemeClr val="bg1"/>
                </a:solidFill>
              </a:rPr>
              <a:t>&gt;</a:t>
            </a:r>
          </a:p>
          <a:p>
            <a:r>
              <a:rPr lang="en-IN" dirty="0">
                <a:solidFill>
                  <a:schemeClr val="bg1"/>
                </a:solidFill>
              </a:rPr>
              <a:t>int main() {</a:t>
            </a:r>
          </a:p>
          <a:p>
            <a:r>
              <a:rPr lang="en-IN" dirty="0">
                <a:solidFill>
                  <a:schemeClr val="bg1"/>
                </a:solidFill>
              </a:rPr>
              <a:t>    int </a:t>
            </a:r>
            <a:r>
              <a:rPr lang="en-IN" dirty="0" err="1">
                <a:solidFill>
                  <a:schemeClr val="bg1"/>
                </a:solidFill>
              </a:rPr>
              <a:t>num</a:t>
            </a:r>
            <a:r>
              <a:rPr lang="en-IN" dirty="0">
                <a:solidFill>
                  <a:schemeClr val="bg1"/>
                </a:solidFill>
              </a:rPr>
              <a:t> = 0b00001111; // Initial value: 15 (binary: 00001111)</a:t>
            </a:r>
          </a:p>
          <a:p>
            <a:r>
              <a:rPr lang="en-IN" dirty="0">
                <a:solidFill>
                  <a:schemeClr val="bg1"/>
                </a:solidFill>
              </a:rPr>
              <a:t>    int </a:t>
            </a:r>
            <a:r>
              <a:rPr lang="en-IN" dirty="0" err="1">
                <a:solidFill>
                  <a:schemeClr val="bg1"/>
                </a:solidFill>
              </a:rPr>
              <a:t>pos</a:t>
            </a:r>
            <a:r>
              <a:rPr lang="en-IN" dirty="0">
                <a:solidFill>
                  <a:schemeClr val="bg1"/>
                </a:solidFill>
              </a:rPr>
              <a:t> = 3; // Position to clear the bit</a:t>
            </a:r>
          </a:p>
          <a:p>
            <a:r>
              <a:rPr lang="en-IN" dirty="0">
                <a:solidFill>
                  <a:schemeClr val="bg1"/>
                </a:solidFill>
              </a:rPr>
              <a:t>    </a:t>
            </a:r>
            <a:r>
              <a:rPr lang="en-IN" dirty="0" err="1">
                <a:solidFill>
                  <a:schemeClr val="bg1"/>
                </a:solidFill>
              </a:rPr>
              <a:t>num</a:t>
            </a:r>
            <a:r>
              <a:rPr lang="en-IN" dirty="0">
                <a:solidFill>
                  <a:schemeClr val="bg1"/>
                </a:solidFill>
              </a:rPr>
              <a:t> &amp;= ~(1 &lt;&lt; </a:t>
            </a:r>
            <a:r>
              <a:rPr lang="en-IN" dirty="0" err="1">
                <a:solidFill>
                  <a:schemeClr val="bg1"/>
                </a:solidFill>
              </a:rPr>
              <a:t>pos</a:t>
            </a:r>
            <a:r>
              <a:rPr lang="en-IN" dirty="0">
                <a:solidFill>
                  <a:schemeClr val="bg1"/>
                </a:solidFill>
              </a:rPr>
              <a:t>); // Clear bit at position 3</a:t>
            </a:r>
          </a:p>
          <a:p>
            <a:r>
              <a:rPr lang="en-IN" dirty="0">
                <a:solidFill>
                  <a:schemeClr val="bg1"/>
                </a:solidFill>
              </a:rPr>
              <a:t>    </a:t>
            </a:r>
            <a:r>
              <a:rPr lang="en-IN" dirty="0" err="1">
                <a:solidFill>
                  <a:schemeClr val="bg1"/>
                </a:solidFill>
              </a:rPr>
              <a:t>printf</a:t>
            </a:r>
            <a:r>
              <a:rPr lang="en-IN" dirty="0">
                <a:solidFill>
                  <a:schemeClr val="bg1"/>
                </a:solidFill>
              </a:rPr>
              <a:t>("After clearing bit %d: %d (binary: %08b)\n", </a:t>
            </a:r>
            <a:r>
              <a:rPr lang="en-IN" dirty="0" err="1">
                <a:solidFill>
                  <a:schemeClr val="bg1"/>
                </a:solidFill>
              </a:rPr>
              <a:t>pos</a:t>
            </a:r>
            <a:r>
              <a:rPr lang="en-IN" dirty="0">
                <a:solidFill>
                  <a:schemeClr val="bg1"/>
                </a:solidFill>
              </a:rPr>
              <a:t>, </a:t>
            </a:r>
            <a:r>
              <a:rPr lang="en-IN" dirty="0" err="1">
                <a:solidFill>
                  <a:schemeClr val="bg1"/>
                </a:solidFill>
              </a:rPr>
              <a:t>num</a:t>
            </a:r>
            <a:r>
              <a:rPr lang="en-IN" dirty="0">
                <a:solidFill>
                  <a:schemeClr val="bg1"/>
                </a:solidFill>
              </a:rPr>
              <a:t>, </a:t>
            </a:r>
            <a:r>
              <a:rPr lang="en-IN" dirty="0" err="1">
                <a:solidFill>
                  <a:schemeClr val="bg1"/>
                </a:solidFill>
              </a:rPr>
              <a:t>num</a:t>
            </a:r>
            <a:r>
              <a:rPr lang="en-IN" dirty="0">
                <a:solidFill>
                  <a:schemeClr val="bg1"/>
                </a:solidFill>
              </a:rPr>
              <a:t>);</a:t>
            </a:r>
          </a:p>
          <a:p>
            <a:r>
              <a:rPr lang="en-IN" dirty="0">
                <a:solidFill>
                  <a:schemeClr val="bg1"/>
                </a:solidFill>
              </a:rPr>
              <a:t>    return 0;</a:t>
            </a:r>
          </a:p>
          <a:p>
            <a:r>
              <a:rPr lang="en-IN" dirty="0">
                <a:solidFill>
                  <a:schemeClr val="bg1"/>
                </a:solidFill>
              </a:rPr>
              <a:t>}</a:t>
            </a:r>
          </a:p>
          <a:p>
            <a:endParaRPr lang="en-IN" b="1" dirty="0">
              <a:solidFill>
                <a:schemeClr val="bg1"/>
              </a:solidFill>
            </a:endParaRPr>
          </a:p>
          <a:p>
            <a:r>
              <a:rPr lang="en-IN" b="1" dirty="0">
                <a:solidFill>
                  <a:schemeClr val="bg1"/>
                </a:solidFill>
              </a:rPr>
              <a:t>Toggling a Bit</a:t>
            </a:r>
          </a:p>
          <a:p>
            <a:endParaRPr lang="en-IN" b="1" dirty="0">
              <a:solidFill>
                <a:schemeClr val="bg1"/>
              </a:solidFill>
            </a:endParaRPr>
          </a:p>
          <a:p>
            <a:r>
              <a:rPr lang="en-IN" dirty="0">
                <a:solidFill>
                  <a:schemeClr val="bg1"/>
                </a:solidFill>
              </a:rPr>
              <a:t>#include &lt;</a:t>
            </a:r>
            <a:r>
              <a:rPr lang="en-IN" dirty="0" err="1">
                <a:solidFill>
                  <a:schemeClr val="bg1"/>
                </a:solidFill>
              </a:rPr>
              <a:t>stdio.h</a:t>
            </a:r>
            <a:r>
              <a:rPr lang="en-IN" dirty="0">
                <a:solidFill>
                  <a:schemeClr val="bg1"/>
                </a:solidFill>
              </a:rPr>
              <a:t>&gt;</a:t>
            </a:r>
          </a:p>
          <a:p>
            <a:r>
              <a:rPr lang="en-IN" dirty="0">
                <a:solidFill>
                  <a:schemeClr val="bg1"/>
                </a:solidFill>
              </a:rPr>
              <a:t>int main() {</a:t>
            </a:r>
          </a:p>
          <a:p>
            <a:r>
              <a:rPr lang="en-IN" dirty="0">
                <a:solidFill>
                  <a:schemeClr val="bg1"/>
                </a:solidFill>
              </a:rPr>
              <a:t>    int </a:t>
            </a:r>
            <a:r>
              <a:rPr lang="en-IN" dirty="0" err="1">
                <a:solidFill>
                  <a:schemeClr val="bg1"/>
                </a:solidFill>
              </a:rPr>
              <a:t>num</a:t>
            </a:r>
            <a:r>
              <a:rPr lang="en-IN" dirty="0">
                <a:solidFill>
                  <a:schemeClr val="bg1"/>
                </a:solidFill>
              </a:rPr>
              <a:t> = 0b00001111; // Initial value: 15 (binary: 00001111)</a:t>
            </a:r>
          </a:p>
          <a:p>
            <a:r>
              <a:rPr lang="en-IN" dirty="0">
                <a:solidFill>
                  <a:schemeClr val="bg1"/>
                </a:solidFill>
              </a:rPr>
              <a:t>    int </a:t>
            </a:r>
            <a:r>
              <a:rPr lang="en-IN" dirty="0" err="1">
                <a:solidFill>
                  <a:schemeClr val="bg1"/>
                </a:solidFill>
              </a:rPr>
              <a:t>pos</a:t>
            </a:r>
            <a:r>
              <a:rPr lang="en-IN" dirty="0">
                <a:solidFill>
                  <a:schemeClr val="bg1"/>
                </a:solidFill>
              </a:rPr>
              <a:t> = 2; // Position to toggle the bit</a:t>
            </a:r>
          </a:p>
          <a:p>
            <a:r>
              <a:rPr lang="en-IN" dirty="0">
                <a:solidFill>
                  <a:schemeClr val="bg1"/>
                </a:solidFill>
              </a:rPr>
              <a:t>    </a:t>
            </a:r>
            <a:r>
              <a:rPr lang="en-IN" dirty="0" err="1">
                <a:solidFill>
                  <a:schemeClr val="bg1"/>
                </a:solidFill>
              </a:rPr>
              <a:t>num</a:t>
            </a:r>
            <a:r>
              <a:rPr lang="en-IN" dirty="0">
                <a:solidFill>
                  <a:schemeClr val="bg1"/>
                </a:solidFill>
              </a:rPr>
              <a:t> ^= (1 &lt;&lt; </a:t>
            </a:r>
            <a:r>
              <a:rPr lang="en-IN" dirty="0" err="1">
                <a:solidFill>
                  <a:schemeClr val="bg1"/>
                </a:solidFill>
              </a:rPr>
              <a:t>pos</a:t>
            </a:r>
            <a:r>
              <a:rPr lang="en-IN" dirty="0">
                <a:solidFill>
                  <a:schemeClr val="bg1"/>
                </a:solidFill>
              </a:rPr>
              <a:t>); // Toggle bit at position 2</a:t>
            </a:r>
          </a:p>
          <a:p>
            <a:r>
              <a:rPr lang="en-IN" dirty="0">
                <a:solidFill>
                  <a:schemeClr val="bg1"/>
                </a:solidFill>
              </a:rPr>
              <a:t>    </a:t>
            </a:r>
            <a:r>
              <a:rPr lang="en-IN" dirty="0" err="1">
                <a:solidFill>
                  <a:schemeClr val="bg1"/>
                </a:solidFill>
              </a:rPr>
              <a:t>printf</a:t>
            </a:r>
            <a:r>
              <a:rPr lang="en-IN" dirty="0">
                <a:solidFill>
                  <a:schemeClr val="bg1"/>
                </a:solidFill>
              </a:rPr>
              <a:t>("After toggling bit %d: %d (binary: %08b)\n", </a:t>
            </a:r>
            <a:r>
              <a:rPr lang="en-IN" dirty="0" err="1">
                <a:solidFill>
                  <a:schemeClr val="bg1"/>
                </a:solidFill>
              </a:rPr>
              <a:t>pos</a:t>
            </a:r>
            <a:r>
              <a:rPr lang="en-IN" dirty="0">
                <a:solidFill>
                  <a:schemeClr val="bg1"/>
                </a:solidFill>
              </a:rPr>
              <a:t>, </a:t>
            </a:r>
            <a:r>
              <a:rPr lang="en-IN" dirty="0" err="1">
                <a:solidFill>
                  <a:schemeClr val="bg1"/>
                </a:solidFill>
              </a:rPr>
              <a:t>num</a:t>
            </a:r>
            <a:r>
              <a:rPr lang="en-IN" dirty="0">
                <a:solidFill>
                  <a:schemeClr val="bg1"/>
                </a:solidFill>
              </a:rPr>
              <a:t>, </a:t>
            </a:r>
            <a:r>
              <a:rPr lang="en-IN" dirty="0" err="1">
                <a:solidFill>
                  <a:schemeClr val="bg1"/>
                </a:solidFill>
              </a:rPr>
              <a:t>num</a:t>
            </a:r>
            <a:r>
              <a:rPr lang="en-IN" dirty="0">
                <a:solidFill>
                  <a:schemeClr val="bg1"/>
                </a:solidFill>
              </a:rPr>
              <a:t>);</a:t>
            </a:r>
          </a:p>
          <a:p>
            <a:r>
              <a:rPr lang="en-IN" dirty="0">
                <a:solidFill>
                  <a:schemeClr val="bg1"/>
                </a:solidFill>
              </a:rPr>
              <a:t>    return 0;</a:t>
            </a:r>
          </a:p>
          <a:p>
            <a:r>
              <a:rPr lang="en-IN" dirty="0">
                <a:solidFill>
                  <a:schemeClr val="bg1"/>
                </a:solidFill>
              </a:rPr>
              <a:t>}</a:t>
            </a:r>
          </a:p>
          <a:p>
            <a:endParaRPr lang="en-IN" b="1" dirty="0">
              <a:solidFill>
                <a:schemeClr val="bg1"/>
              </a:solidFill>
            </a:endParaRPr>
          </a:p>
        </p:txBody>
      </p:sp>
    </p:spTree>
    <p:extLst>
      <p:ext uri="{BB962C8B-B14F-4D97-AF65-F5344CB8AC3E}">
        <p14:creationId xmlns:p14="http://schemas.microsoft.com/office/powerpoint/2010/main" val="2072850996"/>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4BFC3-D187-53CD-54CE-CE8EF3097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534DFD-63F7-ADCF-4ABC-3A729C9E82D0}"/>
              </a:ext>
            </a:extLst>
          </p:cNvPr>
          <p:cNvSpPr>
            <a:spLocks noGrp="1"/>
          </p:cNvSpPr>
          <p:nvPr>
            <p:ph type="title"/>
          </p:nvPr>
        </p:nvSpPr>
        <p:spPr>
          <a:xfrm>
            <a:off x="0" y="1"/>
            <a:ext cx="12192000" cy="1404256"/>
          </a:xfrm>
        </p:spPr>
        <p:txBody>
          <a:bodyPr/>
          <a:lstStyle/>
          <a:p>
            <a:pPr algn="ctr"/>
            <a:r>
              <a:rPr lang="en-IN" dirty="0"/>
              <a:t>Accessing data through pointers</a:t>
            </a:r>
          </a:p>
        </p:txBody>
      </p:sp>
      <p:sp>
        <p:nvSpPr>
          <p:cNvPr id="4" name="Slide Number Placeholder 3">
            <a:extLst>
              <a:ext uri="{FF2B5EF4-FFF2-40B4-BE49-F238E27FC236}">
                <a16:creationId xmlns:a16="http://schemas.microsoft.com/office/drawing/2014/main" id="{847F7BB5-DAD4-95AE-EDC3-F0C4B1AA0FB3}"/>
              </a:ext>
            </a:extLst>
          </p:cNvPr>
          <p:cNvSpPr>
            <a:spLocks noGrp="1"/>
          </p:cNvSpPr>
          <p:nvPr>
            <p:ph type="sldNum" sz="quarter" idx="10"/>
          </p:nvPr>
        </p:nvSpPr>
        <p:spPr/>
        <p:txBody>
          <a:bodyPr/>
          <a:lstStyle/>
          <a:p>
            <a:r>
              <a:rPr lang="en-US"/>
              <a:t>PAGE </a:t>
            </a:r>
            <a:fld id="{4A9B5881-4007-4345-955A-79C2656F0C49}" type="slidenum">
              <a:rPr lang="en-US" smtClean="0"/>
              <a:pPr/>
              <a:t>20</a:t>
            </a:fld>
            <a:endParaRPr lang="en-US" dirty="0"/>
          </a:p>
        </p:txBody>
      </p:sp>
      <p:sp>
        <p:nvSpPr>
          <p:cNvPr id="9" name="TextBox 8">
            <a:extLst>
              <a:ext uri="{FF2B5EF4-FFF2-40B4-BE49-F238E27FC236}">
                <a16:creationId xmlns:a16="http://schemas.microsoft.com/office/drawing/2014/main" id="{772077D8-4229-F6B1-7757-A4FE0D592E5D}"/>
              </a:ext>
            </a:extLst>
          </p:cNvPr>
          <p:cNvSpPr txBox="1"/>
          <p:nvPr/>
        </p:nvSpPr>
        <p:spPr>
          <a:xfrm>
            <a:off x="0" y="1404257"/>
            <a:ext cx="12192000" cy="4524315"/>
          </a:xfrm>
          <a:prstGeom prst="rect">
            <a:avLst/>
          </a:prstGeom>
          <a:noFill/>
        </p:spPr>
        <p:txBody>
          <a:bodyPr wrap="square">
            <a:spAutoFit/>
          </a:bodyPr>
          <a:lstStyle/>
          <a:p>
            <a:r>
              <a:rPr lang="en-IN" dirty="0">
                <a:solidFill>
                  <a:schemeClr val="bg1"/>
                </a:solidFill>
              </a:rPr>
              <a:t>Accessing data through pointers involves using a pointer to refer to the memory address of a variable. By dereferencing the pointer, you can read or modify the value stored at that memory address. This technique is fundamental in C programming for dynamic memory allocation, array manipulation, and efficient data handling</a:t>
            </a:r>
            <a:br>
              <a:rPr lang="en-IN" dirty="0">
                <a:solidFill>
                  <a:schemeClr val="bg1"/>
                </a:solidFill>
              </a:rPr>
            </a:br>
            <a:endParaRPr lang="en-IN" dirty="0">
              <a:solidFill>
                <a:schemeClr val="bg1"/>
              </a:solidFill>
            </a:endParaRPr>
          </a:p>
          <a:p>
            <a:r>
              <a:rPr lang="en-IN" b="1" dirty="0">
                <a:solidFill>
                  <a:schemeClr val="bg1"/>
                </a:solidFill>
              </a:rPr>
              <a:t>Array Access Using Pointers</a:t>
            </a:r>
          </a:p>
          <a:p>
            <a:endParaRPr lang="en-IN" b="1" dirty="0">
              <a:solidFill>
                <a:schemeClr val="bg1"/>
              </a:solidFill>
            </a:endParaRPr>
          </a:p>
          <a:p>
            <a:r>
              <a:rPr lang="en-IN" dirty="0">
                <a:solidFill>
                  <a:schemeClr val="bg1"/>
                </a:solidFill>
              </a:rPr>
              <a:t>#include &lt;</a:t>
            </a:r>
            <a:r>
              <a:rPr lang="en-IN" dirty="0" err="1">
                <a:solidFill>
                  <a:schemeClr val="bg1"/>
                </a:solidFill>
              </a:rPr>
              <a:t>stdio.h</a:t>
            </a:r>
            <a:r>
              <a:rPr lang="en-IN" dirty="0">
                <a:solidFill>
                  <a:schemeClr val="bg1"/>
                </a:solidFill>
              </a:rPr>
              <a:t>&gt;</a:t>
            </a:r>
          </a:p>
          <a:p>
            <a:r>
              <a:rPr lang="en-IN" dirty="0">
                <a:solidFill>
                  <a:schemeClr val="bg1"/>
                </a:solidFill>
              </a:rPr>
              <a:t> int main()</a:t>
            </a:r>
          </a:p>
          <a:p>
            <a:r>
              <a:rPr lang="en-IN" dirty="0">
                <a:solidFill>
                  <a:schemeClr val="bg1"/>
                </a:solidFill>
              </a:rPr>
              <a:t>{</a:t>
            </a:r>
          </a:p>
          <a:p>
            <a:r>
              <a:rPr lang="en-IN" dirty="0">
                <a:solidFill>
                  <a:schemeClr val="bg1"/>
                </a:solidFill>
              </a:rPr>
              <a:t>int a[10]={1,20,35,46,51,69,78,84,92};</a:t>
            </a:r>
          </a:p>
          <a:p>
            <a:endParaRPr lang="en-IN" dirty="0">
              <a:solidFill>
                <a:schemeClr val="bg1"/>
              </a:solidFill>
            </a:endParaRPr>
          </a:p>
          <a:p>
            <a:r>
              <a:rPr lang="en-IN" dirty="0">
                <a:solidFill>
                  <a:schemeClr val="bg1"/>
                </a:solidFill>
              </a:rPr>
              <a:t>int *p;</a:t>
            </a:r>
          </a:p>
          <a:p>
            <a:r>
              <a:rPr lang="en-IN" dirty="0">
                <a:solidFill>
                  <a:schemeClr val="bg1"/>
                </a:solidFill>
              </a:rPr>
              <a:t>p=a;</a:t>
            </a:r>
          </a:p>
          <a:p>
            <a:r>
              <a:rPr lang="en-IN" dirty="0" err="1">
                <a:solidFill>
                  <a:schemeClr val="bg1"/>
                </a:solidFill>
              </a:rPr>
              <a:t>printf</a:t>
            </a:r>
            <a:r>
              <a:rPr lang="en-IN" dirty="0">
                <a:solidFill>
                  <a:schemeClr val="bg1"/>
                </a:solidFill>
              </a:rPr>
              <a:t>("%d",*(p+8));</a:t>
            </a:r>
          </a:p>
          <a:p>
            <a:r>
              <a:rPr lang="en-IN" dirty="0">
                <a:solidFill>
                  <a:schemeClr val="bg1"/>
                </a:solidFill>
              </a:rPr>
              <a:t>    return 0;</a:t>
            </a:r>
          </a:p>
          <a:p>
            <a:r>
              <a:rPr lang="en-IN" dirty="0">
                <a:solidFill>
                  <a:schemeClr val="bg1"/>
                </a:solidFill>
              </a:rPr>
              <a:t>}</a:t>
            </a:r>
          </a:p>
        </p:txBody>
      </p:sp>
    </p:spTree>
    <p:extLst>
      <p:ext uri="{BB962C8B-B14F-4D97-AF65-F5344CB8AC3E}">
        <p14:creationId xmlns:p14="http://schemas.microsoft.com/office/powerpoint/2010/main" val="3046243517"/>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6A969-948F-72E0-9808-E5B70E66DCC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0212AE2-8A84-1727-FC3B-94F9E525B1E2}"/>
              </a:ext>
            </a:extLst>
          </p:cNvPr>
          <p:cNvSpPr>
            <a:spLocks noGrp="1"/>
          </p:cNvSpPr>
          <p:nvPr>
            <p:ph type="title"/>
          </p:nvPr>
        </p:nvSpPr>
        <p:spPr/>
        <p:txBody>
          <a:bodyPr/>
          <a:lstStyle/>
          <a:p>
            <a:pPr algn="ctr"/>
            <a:r>
              <a:rPr lang="en-IN" dirty="0"/>
              <a:t>User Defined</a:t>
            </a:r>
            <a:br>
              <a:rPr lang="en-IN" dirty="0"/>
            </a:br>
            <a:r>
              <a:rPr lang="en-IN" dirty="0"/>
              <a:t>Data types</a:t>
            </a:r>
          </a:p>
        </p:txBody>
      </p:sp>
      <p:graphicFrame>
        <p:nvGraphicFramePr>
          <p:cNvPr id="10" name="Content Placeholder 9">
            <a:extLst>
              <a:ext uri="{FF2B5EF4-FFF2-40B4-BE49-F238E27FC236}">
                <a16:creationId xmlns:a16="http://schemas.microsoft.com/office/drawing/2014/main" id="{B3416AFD-088D-5BF6-4848-007F81D6BC03}"/>
              </a:ext>
            </a:extLst>
          </p:cNvPr>
          <p:cNvGraphicFramePr>
            <a:graphicFrameLocks noGrp="1"/>
          </p:cNvGraphicFramePr>
          <p:nvPr>
            <p:ph idx="1"/>
            <p:extLst>
              <p:ext uri="{D42A27DB-BD31-4B8C-83A1-F6EECF244321}">
                <p14:modId xmlns:p14="http://schemas.microsoft.com/office/powerpoint/2010/main" val="1900635599"/>
              </p:ext>
            </p:extLst>
          </p:nvPr>
        </p:nvGraphicFramePr>
        <p:xfrm>
          <a:off x="4705350" y="365125"/>
          <a:ext cx="6648450" cy="5984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6494FE73-AF41-BF3F-5FC4-915B0654AC1D}"/>
              </a:ext>
            </a:extLst>
          </p:cNvPr>
          <p:cNvSpPr>
            <a:spLocks noGrp="1"/>
          </p:cNvSpPr>
          <p:nvPr>
            <p:ph type="sldNum" sz="quarter" idx="10"/>
          </p:nvPr>
        </p:nvSpPr>
        <p:spPr/>
        <p:txBody>
          <a:bodyPr/>
          <a:lstStyle/>
          <a:p>
            <a:r>
              <a:rPr lang="en-US"/>
              <a:t>PAGE </a:t>
            </a:r>
            <a:fld id="{4A9B5881-4007-4345-955A-79C2656F0C49}" type="slidenum">
              <a:rPr lang="en-US" smtClean="0"/>
              <a:pPr/>
              <a:t>21</a:t>
            </a:fld>
            <a:endParaRPr lang="en-US" dirty="0"/>
          </a:p>
        </p:txBody>
      </p:sp>
    </p:spTree>
    <p:extLst>
      <p:ext uri="{BB962C8B-B14F-4D97-AF65-F5344CB8AC3E}">
        <p14:creationId xmlns:p14="http://schemas.microsoft.com/office/powerpoint/2010/main" val="1483594896"/>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AF1FE4-05C3-1029-F50D-F0B2ECA0154F}"/>
              </a:ext>
            </a:extLst>
          </p:cNvPr>
          <p:cNvSpPr>
            <a:spLocks noGrp="1"/>
          </p:cNvSpPr>
          <p:nvPr>
            <p:ph type="sldNum" sz="quarter" idx="10"/>
          </p:nvPr>
        </p:nvSpPr>
        <p:spPr/>
        <p:txBody>
          <a:bodyPr/>
          <a:lstStyle/>
          <a:p>
            <a:r>
              <a:rPr lang="en-US"/>
              <a:t>PAGE </a:t>
            </a:r>
            <a:fld id="{4A9B5881-4007-4345-955A-79C2656F0C49}" type="slidenum">
              <a:rPr lang="en-US" smtClean="0"/>
              <a:pPr/>
              <a:t>22</a:t>
            </a:fld>
            <a:endParaRPr lang="en-US" dirty="0"/>
          </a:p>
        </p:txBody>
      </p:sp>
      <p:sp>
        <p:nvSpPr>
          <p:cNvPr id="6" name="TextBox 5">
            <a:extLst>
              <a:ext uri="{FF2B5EF4-FFF2-40B4-BE49-F238E27FC236}">
                <a16:creationId xmlns:a16="http://schemas.microsoft.com/office/drawing/2014/main" id="{7066F57E-C2BA-7009-3AA9-D782AF342386}"/>
              </a:ext>
            </a:extLst>
          </p:cNvPr>
          <p:cNvSpPr txBox="1"/>
          <p:nvPr/>
        </p:nvSpPr>
        <p:spPr>
          <a:xfrm>
            <a:off x="0" y="0"/>
            <a:ext cx="12192000" cy="7017306"/>
          </a:xfrm>
          <a:prstGeom prst="rect">
            <a:avLst/>
          </a:prstGeom>
          <a:noFill/>
        </p:spPr>
        <p:txBody>
          <a:bodyPr wrap="square">
            <a:spAutoFit/>
          </a:bodyPr>
          <a:lstStyle/>
          <a:p>
            <a:r>
              <a:rPr lang="en-IN" b="1" dirty="0">
                <a:solidFill>
                  <a:schemeClr val="bg1"/>
                </a:solidFill>
              </a:rPr>
              <a:t>Structures</a:t>
            </a:r>
          </a:p>
          <a:p>
            <a:endParaRPr lang="en-IN" dirty="0">
              <a:solidFill>
                <a:schemeClr val="bg1"/>
              </a:solidFill>
            </a:endParaRPr>
          </a:p>
          <a:p>
            <a:r>
              <a:rPr lang="en-IN" dirty="0">
                <a:solidFill>
                  <a:schemeClr val="bg1"/>
                </a:solidFill>
              </a:rPr>
              <a:t>#include &lt;</a:t>
            </a:r>
            <a:r>
              <a:rPr lang="en-IN" dirty="0" err="1">
                <a:solidFill>
                  <a:schemeClr val="bg1"/>
                </a:solidFill>
              </a:rPr>
              <a:t>stdio.h</a:t>
            </a:r>
            <a:r>
              <a:rPr lang="en-IN" dirty="0">
                <a:solidFill>
                  <a:schemeClr val="bg1"/>
                </a:solidFill>
              </a:rPr>
              <a:t>&gt;</a:t>
            </a:r>
          </a:p>
          <a:p>
            <a:r>
              <a:rPr lang="en-IN" dirty="0">
                <a:solidFill>
                  <a:schemeClr val="bg1"/>
                </a:solidFill>
              </a:rPr>
              <a:t>// Define a structure</a:t>
            </a:r>
          </a:p>
          <a:p>
            <a:r>
              <a:rPr lang="en-IN" dirty="0">
                <a:solidFill>
                  <a:schemeClr val="bg1"/>
                </a:solidFill>
              </a:rPr>
              <a:t>struct Person {</a:t>
            </a:r>
          </a:p>
          <a:p>
            <a:r>
              <a:rPr lang="en-IN" dirty="0">
                <a:solidFill>
                  <a:schemeClr val="bg1"/>
                </a:solidFill>
              </a:rPr>
              <a:t>    char name[50];</a:t>
            </a:r>
          </a:p>
          <a:p>
            <a:r>
              <a:rPr lang="en-IN" dirty="0">
                <a:solidFill>
                  <a:schemeClr val="bg1"/>
                </a:solidFill>
              </a:rPr>
              <a:t>    int age;</a:t>
            </a:r>
          </a:p>
          <a:p>
            <a:r>
              <a:rPr lang="en-IN" dirty="0">
                <a:solidFill>
                  <a:schemeClr val="bg1"/>
                </a:solidFill>
              </a:rPr>
              <a:t>    float height;</a:t>
            </a:r>
          </a:p>
          <a:p>
            <a:r>
              <a:rPr lang="en-IN" dirty="0">
                <a:solidFill>
                  <a:schemeClr val="bg1"/>
                </a:solidFill>
              </a:rPr>
              <a:t>};</a:t>
            </a:r>
          </a:p>
          <a:p>
            <a:r>
              <a:rPr lang="en-IN" dirty="0">
                <a:solidFill>
                  <a:schemeClr val="bg1"/>
                </a:solidFill>
              </a:rPr>
              <a:t>int main() {</a:t>
            </a:r>
          </a:p>
          <a:p>
            <a:r>
              <a:rPr lang="en-IN" dirty="0">
                <a:solidFill>
                  <a:schemeClr val="bg1"/>
                </a:solidFill>
              </a:rPr>
              <a:t>    // Declare and initialize a structure variable</a:t>
            </a:r>
          </a:p>
          <a:p>
            <a:r>
              <a:rPr lang="en-IN" dirty="0">
                <a:solidFill>
                  <a:schemeClr val="bg1"/>
                </a:solidFill>
              </a:rPr>
              <a:t>    struct Person person1 = {"Alice", 30, 5.5};</a:t>
            </a:r>
          </a:p>
          <a:p>
            <a:r>
              <a:rPr lang="en-IN" dirty="0">
                <a:solidFill>
                  <a:schemeClr val="bg1"/>
                </a:solidFill>
              </a:rPr>
              <a:t>    // Access structure members</a:t>
            </a:r>
          </a:p>
          <a:p>
            <a:r>
              <a:rPr lang="en-IN" dirty="0">
                <a:solidFill>
                  <a:schemeClr val="bg1"/>
                </a:solidFill>
              </a:rPr>
              <a:t>    </a:t>
            </a:r>
            <a:r>
              <a:rPr lang="en-IN" dirty="0" err="1">
                <a:solidFill>
                  <a:schemeClr val="bg1"/>
                </a:solidFill>
              </a:rPr>
              <a:t>printf</a:t>
            </a:r>
            <a:r>
              <a:rPr lang="en-IN" dirty="0">
                <a:solidFill>
                  <a:schemeClr val="bg1"/>
                </a:solidFill>
              </a:rPr>
              <a:t>("Name: %s\n", person1.name);</a:t>
            </a:r>
          </a:p>
          <a:p>
            <a:r>
              <a:rPr lang="en-IN" dirty="0">
                <a:solidFill>
                  <a:schemeClr val="bg1"/>
                </a:solidFill>
              </a:rPr>
              <a:t>    </a:t>
            </a:r>
            <a:r>
              <a:rPr lang="en-IN" dirty="0" err="1">
                <a:solidFill>
                  <a:schemeClr val="bg1"/>
                </a:solidFill>
              </a:rPr>
              <a:t>printf</a:t>
            </a:r>
            <a:r>
              <a:rPr lang="en-IN" dirty="0">
                <a:solidFill>
                  <a:schemeClr val="bg1"/>
                </a:solidFill>
              </a:rPr>
              <a:t>("Age: %d\n", person1.age);</a:t>
            </a:r>
          </a:p>
          <a:p>
            <a:r>
              <a:rPr lang="en-IN" dirty="0">
                <a:solidFill>
                  <a:schemeClr val="bg1"/>
                </a:solidFill>
              </a:rPr>
              <a:t>    </a:t>
            </a:r>
            <a:r>
              <a:rPr lang="en-IN" dirty="0" err="1">
                <a:solidFill>
                  <a:schemeClr val="bg1"/>
                </a:solidFill>
              </a:rPr>
              <a:t>printf</a:t>
            </a:r>
            <a:r>
              <a:rPr lang="en-IN" dirty="0">
                <a:solidFill>
                  <a:schemeClr val="bg1"/>
                </a:solidFill>
              </a:rPr>
              <a:t>("Height: %.2f\n", person1.height);</a:t>
            </a:r>
          </a:p>
          <a:p>
            <a:r>
              <a:rPr lang="en-IN" dirty="0">
                <a:solidFill>
                  <a:schemeClr val="bg1"/>
                </a:solidFill>
              </a:rPr>
              <a:t>    return 0;</a:t>
            </a:r>
          </a:p>
          <a:p>
            <a:r>
              <a:rPr lang="en-IN" dirty="0">
                <a:solidFill>
                  <a:schemeClr val="bg1"/>
                </a:solidFill>
              </a:rPr>
              <a:t>}</a:t>
            </a:r>
          </a:p>
          <a:p>
            <a:endParaRPr lang="en-IN" dirty="0">
              <a:solidFill>
                <a:schemeClr val="bg1"/>
              </a:solidFill>
            </a:endParaRPr>
          </a:p>
          <a:p>
            <a:r>
              <a:rPr lang="en-IN" b="1" dirty="0">
                <a:solidFill>
                  <a:schemeClr val="bg1"/>
                </a:solidFill>
              </a:rPr>
              <a:t>Output:</a:t>
            </a:r>
          </a:p>
          <a:p>
            <a:endParaRPr lang="en-IN" dirty="0">
              <a:solidFill>
                <a:schemeClr val="bg1"/>
              </a:solidFill>
            </a:endParaRPr>
          </a:p>
          <a:p>
            <a:r>
              <a:rPr lang="en-IN" dirty="0">
                <a:solidFill>
                  <a:schemeClr val="bg1"/>
                </a:solidFill>
              </a:rPr>
              <a:t>Name: Alice</a:t>
            </a:r>
          </a:p>
          <a:p>
            <a:r>
              <a:rPr lang="en-IN" dirty="0">
                <a:solidFill>
                  <a:schemeClr val="bg1"/>
                </a:solidFill>
              </a:rPr>
              <a:t>Age: 30</a:t>
            </a:r>
          </a:p>
          <a:p>
            <a:r>
              <a:rPr lang="en-IN" dirty="0">
                <a:solidFill>
                  <a:schemeClr val="bg1"/>
                </a:solidFill>
              </a:rPr>
              <a:t>Height: 5.50</a:t>
            </a:r>
          </a:p>
          <a:p>
            <a:endParaRPr lang="en-IN" dirty="0">
              <a:solidFill>
                <a:schemeClr val="bg1"/>
              </a:solidFill>
            </a:endParaRPr>
          </a:p>
        </p:txBody>
      </p:sp>
    </p:spTree>
    <p:extLst>
      <p:ext uri="{BB962C8B-B14F-4D97-AF65-F5344CB8AC3E}">
        <p14:creationId xmlns:p14="http://schemas.microsoft.com/office/powerpoint/2010/main" val="1461205871"/>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F692F-A3B3-4963-A387-1F0F64B8B7F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0E0D9C-7F3E-8871-71A8-406E7ACBFEDE}"/>
              </a:ext>
            </a:extLst>
          </p:cNvPr>
          <p:cNvSpPr>
            <a:spLocks noGrp="1"/>
          </p:cNvSpPr>
          <p:nvPr>
            <p:ph type="sldNum" sz="quarter" idx="10"/>
          </p:nvPr>
        </p:nvSpPr>
        <p:spPr/>
        <p:txBody>
          <a:bodyPr/>
          <a:lstStyle/>
          <a:p>
            <a:r>
              <a:rPr lang="en-US"/>
              <a:t>PAGE </a:t>
            </a:r>
            <a:fld id="{4A9B5881-4007-4345-955A-79C2656F0C49}" type="slidenum">
              <a:rPr lang="en-US" smtClean="0"/>
              <a:pPr/>
              <a:t>23</a:t>
            </a:fld>
            <a:endParaRPr lang="en-US" dirty="0"/>
          </a:p>
        </p:txBody>
      </p:sp>
      <p:sp>
        <p:nvSpPr>
          <p:cNvPr id="6" name="TextBox 5">
            <a:extLst>
              <a:ext uri="{FF2B5EF4-FFF2-40B4-BE49-F238E27FC236}">
                <a16:creationId xmlns:a16="http://schemas.microsoft.com/office/drawing/2014/main" id="{C71F06C6-9B57-D2B7-089C-D1AF0C4038F7}"/>
              </a:ext>
            </a:extLst>
          </p:cNvPr>
          <p:cNvSpPr txBox="1"/>
          <p:nvPr/>
        </p:nvSpPr>
        <p:spPr>
          <a:xfrm>
            <a:off x="0" y="0"/>
            <a:ext cx="12192000" cy="7017306"/>
          </a:xfrm>
          <a:prstGeom prst="rect">
            <a:avLst/>
          </a:prstGeom>
          <a:noFill/>
        </p:spPr>
        <p:txBody>
          <a:bodyPr wrap="square">
            <a:spAutoFit/>
          </a:bodyPr>
          <a:lstStyle/>
          <a:p>
            <a:r>
              <a:rPr lang="en-IN" b="1" dirty="0">
                <a:solidFill>
                  <a:schemeClr val="bg1"/>
                </a:solidFill>
              </a:rPr>
              <a:t>Unions</a:t>
            </a:r>
            <a:br>
              <a:rPr lang="en-IN" b="1" dirty="0">
                <a:solidFill>
                  <a:schemeClr val="bg1"/>
                </a:solidFill>
              </a:rPr>
            </a:br>
            <a:endParaRPr lang="en-IN" b="1" dirty="0">
              <a:solidFill>
                <a:schemeClr val="bg1"/>
              </a:solidFill>
            </a:endParaRPr>
          </a:p>
          <a:p>
            <a:r>
              <a:rPr lang="en-IN" dirty="0">
                <a:solidFill>
                  <a:schemeClr val="bg1"/>
                </a:solidFill>
              </a:rPr>
              <a:t>#include &lt;</a:t>
            </a:r>
            <a:r>
              <a:rPr lang="en-IN" dirty="0" err="1">
                <a:solidFill>
                  <a:schemeClr val="bg1"/>
                </a:solidFill>
              </a:rPr>
              <a:t>stdio.h</a:t>
            </a:r>
            <a:r>
              <a:rPr lang="en-IN" dirty="0">
                <a:solidFill>
                  <a:schemeClr val="bg1"/>
                </a:solidFill>
              </a:rPr>
              <a:t>&gt;</a:t>
            </a:r>
          </a:p>
          <a:p>
            <a:r>
              <a:rPr lang="en-IN" dirty="0">
                <a:solidFill>
                  <a:schemeClr val="bg1"/>
                </a:solidFill>
              </a:rPr>
              <a:t>union Data {</a:t>
            </a:r>
          </a:p>
          <a:p>
            <a:r>
              <a:rPr lang="en-IN" dirty="0">
                <a:solidFill>
                  <a:schemeClr val="bg1"/>
                </a:solidFill>
              </a:rPr>
              <a:t>    int </a:t>
            </a:r>
            <a:r>
              <a:rPr lang="en-IN" dirty="0" err="1">
                <a:solidFill>
                  <a:schemeClr val="bg1"/>
                </a:solidFill>
              </a:rPr>
              <a:t>i</a:t>
            </a:r>
            <a:r>
              <a:rPr lang="en-IN" dirty="0">
                <a:solidFill>
                  <a:schemeClr val="bg1"/>
                </a:solidFill>
              </a:rPr>
              <a:t>;</a:t>
            </a:r>
          </a:p>
          <a:p>
            <a:r>
              <a:rPr lang="en-IN" dirty="0">
                <a:solidFill>
                  <a:schemeClr val="bg1"/>
                </a:solidFill>
              </a:rPr>
              <a:t>    float f;</a:t>
            </a:r>
          </a:p>
          <a:p>
            <a:r>
              <a:rPr lang="en-IN" dirty="0">
                <a:solidFill>
                  <a:schemeClr val="bg1"/>
                </a:solidFill>
              </a:rPr>
              <a:t>    char str[20];</a:t>
            </a:r>
          </a:p>
          <a:p>
            <a:r>
              <a:rPr lang="en-IN" dirty="0">
                <a:solidFill>
                  <a:schemeClr val="bg1"/>
                </a:solidFill>
              </a:rPr>
              <a:t>};</a:t>
            </a:r>
          </a:p>
          <a:p>
            <a:r>
              <a:rPr lang="en-IN" dirty="0">
                <a:solidFill>
                  <a:schemeClr val="bg1"/>
                </a:solidFill>
              </a:rPr>
              <a:t>int main() {</a:t>
            </a:r>
          </a:p>
          <a:p>
            <a:r>
              <a:rPr lang="en-IN" dirty="0">
                <a:solidFill>
                  <a:schemeClr val="bg1"/>
                </a:solidFill>
              </a:rPr>
              <a:t>union Data </a:t>
            </a:r>
            <a:r>
              <a:rPr lang="en-IN" dirty="0" err="1">
                <a:solidFill>
                  <a:schemeClr val="bg1"/>
                </a:solidFill>
              </a:rPr>
              <a:t>data</a:t>
            </a:r>
            <a:r>
              <a:rPr lang="en-IN" dirty="0">
                <a:solidFill>
                  <a:schemeClr val="bg1"/>
                </a:solidFill>
              </a:rPr>
              <a:t>;</a:t>
            </a:r>
          </a:p>
          <a:p>
            <a:r>
              <a:rPr lang="en-IN" dirty="0">
                <a:solidFill>
                  <a:schemeClr val="bg1"/>
                </a:solidFill>
              </a:rPr>
              <a:t>    // Access union members one at a time</a:t>
            </a:r>
          </a:p>
          <a:p>
            <a:r>
              <a:rPr lang="en-IN" dirty="0">
                <a:solidFill>
                  <a:schemeClr val="bg1"/>
                </a:solidFill>
              </a:rPr>
              <a:t>    </a:t>
            </a:r>
            <a:r>
              <a:rPr lang="en-IN" dirty="0" err="1">
                <a:solidFill>
                  <a:schemeClr val="bg1"/>
                </a:solidFill>
              </a:rPr>
              <a:t>data.i</a:t>
            </a:r>
            <a:r>
              <a:rPr lang="en-IN" dirty="0">
                <a:solidFill>
                  <a:schemeClr val="bg1"/>
                </a:solidFill>
              </a:rPr>
              <a:t> = 10;</a:t>
            </a:r>
          </a:p>
          <a:p>
            <a:r>
              <a:rPr lang="en-IN" dirty="0">
                <a:solidFill>
                  <a:schemeClr val="bg1"/>
                </a:solidFill>
              </a:rPr>
              <a:t>    </a:t>
            </a:r>
            <a:r>
              <a:rPr lang="en-IN" dirty="0" err="1">
                <a:solidFill>
                  <a:schemeClr val="bg1"/>
                </a:solidFill>
              </a:rPr>
              <a:t>printf</a:t>
            </a:r>
            <a:r>
              <a:rPr lang="en-IN" dirty="0">
                <a:solidFill>
                  <a:schemeClr val="bg1"/>
                </a:solidFill>
              </a:rPr>
              <a:t>("</a:t>
            </a:r>
            <a:r>
              <a:rPr lang="en-IN" dirty="0" err="1">
                <a:solidFill>
                  <a:schemeClr val="bg1"/>
                </a:solidFill>
              </a:rPr>
              <a:t>data.i</a:t>
            </a:r>
            <a:r>
              <a:rPr lang="en-IN" dirty="0">
                <a:solidFill>
                  <a:schemeClr val="bg1"/>
                </a:solidFill>
              </a:rPr>
              <a:t>: %d\n", </a:t>
            </a:r>
            <a:r>
              <a:rPr lang="en-IN" dirty="0" err="1">
                <a:solidFill>
                  <a:schemeClr val="bg1"/>
                </a:solidFill>
              </a:rPr>
              <a:t>data.i</a:t>
            </a:r>
            <a:r>
              <a:rPr lang="en-IN" dirty="0">
                <a:solidFill>
                  <a:schemeClr val="bg1"/>
                </a:solidFill>
              </a:rPr>
              <a:t>);</a:t>
            </a:r>
          </a:p>
          <a:p>
            <a:r>
              <a:rPr lang="en-IN" dirty="0">
                <a:solidFill>
                  <a:schemeClr val="bg1"/>
                </a:solidFill>
              </a:rPr>
              <a:t>    </a:t>
            </a:r>
            <a:r>
              <a:rPr lang="en-IN" dirty="0" err="1">
                <a:solidFill>
                  <a:schemeClr val="bg1"/>
                </a:solidFill>
              </a:rPr>
              <a:t>data.f</a:t>
            </a:r>
            <a:r>
              <a:rPr lang="en-IN" dirty="0">
                <a:solidFill>
                  <a:schemeClr val="bg1"/>
                </a:solidFill>
              </a:rPr>
              <a:t> = 220.5;</a:t>
            </a:r>
          </a:p>
          <a:p>
            <a:r>
              <a:rPr lang="en-IN" dirty="0">
                <a:solidFill>
                  <a:schemeClr val="bg1"/>
                </a:solidFill>
              </a:rPr>
              <a:t>    </a:t>
            </a:r>
            <a:r>
              <a:rPr lang="en-IN" dirty="0" err="1">
                <a:solidFill>
                  <a:schemeClr val="bg1"/>
                </a:solidFill>
              </a:rPr>
              <a:t>printf</a:t>
            </a:r>
            <a:r>
              <a:rPr lang="en-IN" dirty="0">
                <a:solidFill>
                  <a:schemeClr val="bg1"/>
                </a:solidFill>
              </a:rPr>
              <a:t>("</a:t>
            </a:r>
            <a:r>
              <a:rPr lang="en-IN" dirty="0" err="1">
                <a:solidFill>
                  <a:schemeClr val="bg1"/>
                </a:solidFill>
              </a:rPr>
              <a:t>data.f</a:t>
            </a:r>
            <a:r>
              <a:rPr lang="en-IN" dirty="0">
                <a:solidFill>
                  <a:schemeClr val="bg1"/>
                </a:solidFill>
              </a:rPr>
              <a:t>: %.2f\n", </a:t>
            </a:r>
            <a:r>
              <a:rPr lang="en-IN" dirty="0" err="1">
                <a:solidFill>
                  <a:schemeClr val="bg1"/>
                </a:solidFill>
              </a:rPr>
              <a:t>data.f</a:t>
            </a:r>
            <a:r>
              <a:rPr lang="en-IN" dirty="0">
                <a:solidFill>
                  <a:schemeClr val="bg1"/>
                </a:solidFill>
              </a:rPr>
              <a:t>);</a:t>
            </a:r>
          </a:p>
          <a:p>
            <a:r>
              <a:rPr lang="en-IN" dirty="0">
                <a:solidFill>
                  <a:schemeClr val="bg1"/>
                </a:solidFill>
              </a:rPr>
              <a:t>    // Note: Assigning a new value to one member will overwrite the previous value</a:t>
            </a:r>
          </a:p>
          <a:p>
            <a:r>
              <a:rPr lang="en-IN" dirty="0">
                <a:solidFill>
                  <a:schemeClr val="bg1"/>
                </a:solidFill>
              </a:rPr>
              <a:t>    </a:t>
            </a:r>
            <a:r>
              <a:rPr lang="en-IN" dirty="0" err="1">
                <a:solidFill>
                  <a:schemeClr val="bg1"/>
                </a:solidFill>
              </a:rPr>
              <a:t>snprintf</a:t>
            </a:r>
            <a:r>
              <a:rPr lang="en-IN" dirty="0">
                <a:solidFill>
                  <a:schemeClr val="bg1"/>
                </a:solidFill>
              </a:rPr>
              <a:t>(</a:t>
            </a:r>
            <a:r>
              <a:rPr lang="en-IN" dirty="0" err="1">
                <a:solidFill>
                  <a:schemeClr val="bg1"/>
                </a:solidFill>
              </a:rPr>
              <a:t>data.str</a:t>
            </a:r>
            <a:r>
              <a:rPr lang="en-IN" dirty="0">
                <a:solidFill>
                  <a:schemeClr val="bg1"/>
                </a:solidFill>
              </a:rPr>
              <a:t>, sizeof(</a:t>
            </a:r>
            <a:r>
              <a:rPr lang="en-IN" dirty="0" err="1">
                <a:solidFill>
                  <a:schemeClr val="bg1"/>
                </a:solidFill>
              </a:rPr>
              <a:t>data.str</a:t>
            </a:r>
            <a:r>
              <a:rPr lang="en-IN" dirty="0">
                <a:solidFill>
                  <a:schemeClr val="bg1"/>
                </a:solidFill>
              </a:rPr>
              <a:t>), "Hello");</a:t>
            </a:r>
          </a:p>
          <a:p>
            <a:r>
              <a:rPr lang="en-IN" dirty="0">
                <a:solidFill>
                  <a:schemeClr val="bg1"/>
                </a:solidFill>
              </a:rPr>
              <a:t>    </a:t>
            </a:r>
            <a:r>
              <a:rPr lang="en-IN" dirty="0" err="1">
                <a:solidFill>
                  <a:schemeClr val="bg1"/>
                </a:solidFill>
              </a:rPr>
              <a:t>printf</a:t>
            </a:r>
            <a:r>
              <a:rPr lang="en-IN" dirty="0">
                <a:solidFill>
                  <a:schemeClr val="bg1"/>
                </a:solidFill>
              </a:rPr>
              <a:t>("</a:t>
            </a:r>
            <a:r>
              <a:rPr lang="en-IN" dirty="0" err="1">
                <a:solidFill>
                  <a:schemeClr val="bg1"/>
                </a:solidFill>
              </a:rPr>
              <a:t>data.str</a:t>
            </a:r>
            <a:r>
              <a:rPr lang="en-IN" dirty="0">
                <a:solidFill>
                  <a:schemeClr val="bg1"/>
                </a:solidFill>
              </a:rPr>
              <a:t>: %s\n", </a:t>
            </a:r>
            <a:r>
              <a:rPr lang="en-IN" dirty="0" err="1">
                <a:solidFill>
                  <a:schemeClr val="bg1"/>
                </a:solidFill>
              </a:rPr>
              <a:t>data.str</a:t>
            </a:r>
            <a:r>
              <a:rPr lang="en-IN" dirty="0">
                <a:solidFill>
                  <a:schemeClr val="bg1"/>
                </a:solidFill>
              </a:rPr>
              <a:t>);</a:t>
            </a:r>
          </a:p>
          <a:p>
            <a:r>
              <a:rPr lang="en-IN" dirty="0">
                <a:solidFill>
                  <a:schemeClr val="bg1"/>
                </a:solidFill>
              </a:rPr>
              <a:t>    return 0;</a:t>
            </a:r>
          </a:p>
          <a:p>
            <a:r>
              <a:rPr lang="en-IN" dirty="0">
                <a:solidFill>
                  <a:schemeClr val="bg1"/>
                </a:solidFill>
              </a:rPr>
              <a:t>}</a:t>
            </a:r>
            <a:br>
              <a:rPr lang="en-IN" dirty="0">
                <a:solidFill>
                  <a:schemeClr val="bg1"/>
                </a:solidFill>
              </a:rPr>
            </a:br>
            <a:r>
              <a:rPr lang="en-IN" b="1" dirty="0">
                <a:solidFill>
                  <a:schemeClr val="bg1"/>
                </a:solidFill>
              </a:rPr>
              <a:t>Output:</a:t>
            </a:r>
            <a:br>
              <a:rPr lang="en-IN" dirty="0">
                <a:solidFill>
                  <a:schemeClr val="bg1"/>
                </a:solidFill>
              </a:rPr>
            </a:br>
            <a:r>
              <a:rPr lang="en-IN" dirty="0" err="1">
                <a:solidFill>
                  <a:schemeClr val="bg1"/>
                </a:solidFill>
              </a:rPr>
              <a:t>data.i</a:t>
            </a:r>
            <a:r>
              <a:rPr lang="en-IN" dirty="0">
                <a:solidFill>
                  <a:schemeClr val="bg1"/>
                </a:solidFill>
              </a:rPr>
              <a:t>: 10</a:t>
            </a:r>
          </a:p>
          <a:p>
            <a:r>
              <a:rPr lang="en-IN" dirty="0" err="1">
                <a:solidFill>
                  <a:schemeClr val="bg1"/>
                </a:solidFill>
              </a:rPr>
              <a:t>data.f</a:t>
            </a:r>
            <a:r>
              <a:rPr lang="en-IN" dirty="0">
                <a:solidFill>
                  <a:schemeClr val="bg1"/>
                </a:solidFill>
              </a:rPr>
              <a:t>: 220.50</a:t>
            </a:r>
          </a:p>
          <a:p>
            <a:r>
              <a:rPr lang="en-IN" dirty="0" err="1">
                <a:solidFill>
                  <a:schemeClr val="bg1"/>
                </a:solidFill>
              </a:rPr>
              <a:t>data.str</a:t>
            </a:r>
            <a:r>
              <a:rPr lang="en-IN" dirty="0">
                <a:solidFill>
                  <a:schemeClr val="bg1"/>
                </a:solidFill>
              </a:rPr>
              <a:t>: Hello</a:t>
            </a:r>
          </a:p>
          <a:p>
            <a:endParaRPr lang="en-IN" dirty="0">
              <a:solidFill>
                <a:schemeClr val="bg1"/>
              </a:solidFill>
            </a:endParaRPr>
          </a:p>
        </p:txBody>
      </p:sp>
    </p:spTree>
    <p:extLst>
      <p:ext uri="{BB962C8B-B14F-4D97-AF65-F5344CB8AC3E}">
        <p14:creationId xmlns:p14="http://schemas.microsoft.com/office/powerpoint/2010/main" val="2433889343"/>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DA050-9DF6-AE4A-4E40-126318D8D52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7466E2-D0A4-49E2-9E50-C93FC9166F35}"/>
              </a:ext>
            </a:extLst>
          </p:cNvPr>
          <p:cNvSpPr>
            <a:spLocks noGrp="1"/>
          </p:cNvSpPr>
          <p:nvPr>
            <p:ph type="sldNum" sz="quarter" idx="10"/>
          </p:nvPr>
        </p:nvSpPr>
        <p:spPr/>
        <p:txBody>
          <a:bodyPr/>
          <a:lstStyle/>
          <a:p>
            <a:r>
              <a:rPr lang="en-US"/>
              <a:t>PAGE </a:t>
            </a:r>
            <a:fld id="{4A9B5881-4007-4345-955A-79C2656F0C49}" type="slidenum">
              <a:rPr lang="en-US" smtClean="0"/>
              <a:pPr/>
              <a:t>24</a:t>
            </a:fld>
            <a:endParaRPr lang="en-US" dirty="0"/>
          </a:p>
        </p:txBody>
      </p:sp>
      <p:sp>
        <p:nvSpPr>
          <p:cNvPr id="6" name="TextBox 5">
            <a:extLst>
              <a:ext uri="{FF2B5EF4-FFF2-40B4-BE49-F238E27FC236}">
                <a16:creationId xmlns:a16="http://schemas.microsoft.com/office/drawing/2014/main" id="{99588586-FA7C-67B2-0EB9-0425265992EB}"/>
              </a:ext>
            </a:extLst>
          </p:cNvPr>
          <p:cNvSpPr txBox="1"/>
          <p:nvPr/>
        </p:nvSpPr>
        <p:spPr>
          <a:xfrm>
            <a:off x="0" y="0"/>
            <a:ext cx="12192000" cy="6740307"/>
          </a:xfrm>
          <a:prstGeom prst="rect">
            <a:avLst/>
          </a:prstGeom>
          <a:noFill/>
        </p:spPr>
        <p:txBody>
          <a:bodyPr wrap="square">
            <a:spAutoFit/>
          </a:bodyPr>
          <a:lstStyle/>
          <a:p>
            <a:r>
              <a:rPr lang="en-IN" b="1" dirty="0">
                <a:solidFill>
                  <a:schemeClr val="bg1"/>
                </a:solidFill>
              </a:rPr>
              <a:t>Enums</a:t>
            </a:r>
          </a:p>
          <a:p>
            <a:endParaRPr lang="en-IN" b="1" dirty="0">
              <a:solidFill>
                <a:schemeClr val="bg1"/>
              </a:solidFill>
            </a:endParaRPr>
          </a:p>
          <a:p>
            <a:r>
              <a:rPr lang="en-IN" dirty="0">
                <a:solidFill>
                  <a:schemeClr val="bg1"/>
                </a:solidFill>
              </a:rPr>
              <a:t>#include &lt;</a:t>
            </a:r>
            <a:r>
              <a:rPr lang="en-IN" dirty="0" err="1">
                <a:solidFill>
                  <a:schemeClr val="bg1"/>
                </a:solidFill>
              </a:rPr>
              <a:t>stdio.h</a:t>
            </a:r>
            <a:r>
              <a:rPr lang="en-IN" dirty="0">
                <a:solidFill>
                  <a:schemeClr val="bg1"/>
                </a:solidFill>
              </a:rPr>
              <a:t>&gt;</a:t>
            </a:r>
          </a:p>
          <a:p>
            <a:r>
              <a:rPr lang="en-IN" dirty="0" err="1">
                <a:solidFill>
                  <a:schemeClr val="bg1"/>
                </a:solidFill>
              </a:rPr>
              <a:t>enum</a:t>
            </a:r>
            <a:r>
              <a:rPr lang="en-IN" dirty="0">
                <a:solidFill>
                  <a:schemeClr val="bg1"/>
                </a:solidFill>
              </a:rPr>
              <a:t> Weekday {</a:t>
            </a:r>
          </a:p>
          <a:p>
            <a:r>
              <a:rPr lang="en-IN" dirty="0">
                <a:solidFill>
                  <a:schemeClr val="bg1"/>
                </a:solidFill>
              </a:rPr>
              <a:t>    SUNDAY,</a:t>
            </a:r>
          </a:p>
          <a:p>
            <a:r>
              <a:rPr lang="en-IN" dirty="0">
                <a:solidFill>
                  <a:schemeClr val="bg1"/>
                </a:solidFill>
              </a:rPr>
              <a:t>    MONDAY,</a:t>
            </a:r>
          </a:p>
          <a:p>
            <a:r>
              <a:rPr lang="en-IN" dirty="0">
                <a:solidFill>
                  <a:schemeClr val="bg1"/>
                </a:solidFill>
              </a:rPr>
              <a:t>    TUESDAY,</a:t>
            </a:r>
          </a:p>
          <a:p>
            <a:r>
              <a:rPr lang="en-IN" dirty="0">
                <a:solidFill>
                  <a:schemeClr val="bg1"/>
                </a:solidFill>
              </a:rPr>
              <a:t>    WEDNESDAY,</a:t>
            </a:r>
          </a:p>
          <a:p>
            <a:r>
              <a:rPr lang="en-IN" dirty="0">
                <a:solidFill>
                  <a:schemeClr val="bg1"/>
                </a:solidFill>
              </a:rPr>
              <a:t>    THURSDAY,</a:t>
            </a:r>
          </a:p>
          <a:p>
            <a:r>
              <a:rPr lang="en-IN" dirty="0">
                <a:solidFill>
                  <a:schemeClr val="bg1"/>
                </a:solidFill>
              </a:rPr>
              <a:t>    FRIDAY,</a:t>
            </a:r>
          </a:p>
          <a:p>
            <a:r>
              <a:rPr lang="en-IN" dirty="0">
                <a:solidFill>
                  <a:schemeClr val="bg1"/>
                </a:solidFill>
              </a:rPr>
              <a:t>    SATURDAY</a:t>
            </a:r>
          </a:p>
          <a:p>
            <a:r>
              <a:rPr lang="en-IN" dirty="0">
                <a:solidFill>
                  <a:schemeClr val="bg1"/>
                </a:solidFill>
              </a:rPr>
              <a:t>};</a:t>
            </a:r>
          </a:p>
          <a:p>
            <a:r>
              <a:rPr lang="en-IN" dirty="0">
                <a:solidFill>
                  <a:schemeClr val="bg1"/>
                </a:solidFill>
              </a:rPr>
              <a:t>int main() {</a:t>
            </a:r>
          </a:p>
          <a:p>
            <a:r>
              <a:rPr lang="en-IN" dirty="0">
                <a:solidFill>
                  <a:schemeClr val="bg1"/>
                </a:solidFill>
              </a:rPr>
              <a:t>    // Declare an </a:t>
            </a:r>
            <a:r>
              <a:rPr lang="en-IN" dirty="0" err="1">
                <a:solidFill>
                  <a:schemeClr val="bg1"/>
                </a:solidFill>
              </a:rPr>
              <a:t>enum</a:t>
            </a:r>
            <a:r>
              <a:rPr lang="en-IN" dirty="0">
                <a:solidFill>
                  <a:schemeClr val="bg1"/>
                </a:solidFill>
              </a:rPr>
              <a:t> variable</a:t>
            </a:r>
          </a:p>
          <a:p>
            <a:r>
              <a:rPr lang="en-IN" dirty="0">
                <a:solidFill>
                  <a:schemeClr val="bg1"/>
                </a:solidFill>
              </a:rPr>
              <a:t>    </a:t>
            </a:r>
            <a:r>
              <a:rPr lang="en-IN" dirty="0" err="1">
                <a:solidFill>
                  <a:schemeClr val="bg1"/>
                </a:solidFill>
              </a:rPr>
              <a:t>enum</a:t>
            </a:r>
            <a:r>
              <a:rPr lang="en-IN" dirty="0">
                <a:solidFill>
                  <a:schemeClr val="bg1"/>
                </a:solidFill>
              </a:rPr>
              <a:t> Weekday today;</a:t>
            </a:r>
          </a:p>
          <a:p>
            <a:r>
              <a:rPr lang="en-IN" dirty="0">
                <a:solidFill>
                  <a:schemeClr val="bg1"/>
                </a:solidFill>
              </a:rPr>
              <a:t>    // Assign a value to the </a:t>
            </a:r>
            <a:r>
              <a:rPr lang="en-IN" dirty="0" err="1">
                <a:solidFill>
                  <a:schemeClr val="bg1"/>
                </a:solidFill>
              </a:rPr>
              <a:t>enum</a:t>
            </a:r>
            <a:r>
              <a:rPr lang="en-IN" dirty="0">
                <a:solidFill>
                  <a:schemeClr val="bg1"/>
                </a:solidFill>
              </a:rPr>
              <a:t> variable</a:t>
            </a:r>
          </a:p>
          <a:p>
            <a:r>
              <a:rPr lang="en-IN" dirty="0">
                <a:solidFill>
                  <a:schemeClr val="bg1"/>
                </a:solidFill>
              </a:rPr>
              <a:t>    today = FRIDAY;</a:t>
            </a:r>
          </a:p>
          <a:p>
            <a:r>
              <a:rPr lang="en-IN" dirty="0">
                <a:solidFill>
                  <a:schemeClr val="bg1"/>
                </a:solidFill>
              </a:rPr>
              <a:t>    // Print the value of the </a:t>
            </a:r>
            <a:r>
              <a:rPr lang="en-IN" dirty="0" err="1">
                <a:solidFill>
                  <a:schemeClr val="bg1"/>
                </a:solidFill>
              </a:rPr>
              <a:t>enum</a:t>
            </a:r>
            <a:r>
              <a:rPr lang="en-IN" dirty="0">
                <a:solidFill>
                  <a:schemeClr val="bg1"/>
                </a:solidFill>
              </a:rPr>
              <a:t> variable</a:t>
            </a:r>
          </a:p>
          <a:p>
            <a:r>
              <a:rPr lang="en-IN" dirty="0">
                <a:solidFill>
                  <a:schemeClr val="bg1"/>
                </a:solidFill>
              </a:rPr>
              <a:t>    </a:t>
            </a:r>
            <a:r>
              <a:rPr lang="en-IN" dirty="0" err="1">
                <a:solidFill>
                  <a:schemeClr val="bg1"/>
                </a:solidFill>
              </a:rPr>
              <a:t>printf</a:t>
            </a:r>
            <a:r>
              <a:rPr lang="en-IN" dirty="0">
                <a:solidFill>
                  <a:schemeClr val="bg1"/>
                </a:solidFill>
              </a:rPr>
              <a:t>("Today is day number %d of the week.\n", today);</a:t>
            </a:r>
          </a:p>
          <a:p>
            <a:r>
              <a:rPr lang="en-IN" dirty="0">
                <a:solidFill>
                  <a:schemeClr val="bg1"/>
                </a:solidFill>
              </a:rPr>
              <a:t>    return 0;</a:t>
            </a:r>
          </a:p>
          <a:p>
            <a:r>
              <a:rPr lang="en-IN" dirty="0">
                <a:solidFill>
                  <a:schemeClr val="bg1"/>
                </a:solidFill>
              </a:rPr>
              <a:t>}</a:t>
            </a:r>
          </a:p>
          <a:p>
            <a:endParaRPr lang="en-IN" dirty="0">
              <a:solidFill>
                <a:schemeClr val="bg1"/>
              </a:solidFill>
            </a:endParaRPr>
          </a:p>
          <a:p>
            <a:r>
              <a:rPr lang="en-IN" b="1" dirty="0">
                <a:solidFill>
                  <a:schemeClr val="bg1"/>
                </a:solidFill>
              </a:rPr>
              <a:t>Output:</a:t>
            </a:r>
            <a:br>
              <a:rPr lang="en-IN" dirty="0">
                <a:solidFill>
                  <a:schemeClr val="bg1"/>
                </a:solidFill>
              </a:rPr>
            </a:br>
            <a:r>
              <a:rPr lang="en-IN" dirty="0">
                <a:solidFill>
                  <a:schemeClr val="bg1"/>
                </a:solidFill>
              </a:rPr>
              <a:t>Today is day number 5 of the week.</a:t>
            </a:r>
          </a:p>
        </p:txBody>
      </p:sp>
    </p:spTree>
    <p:extLst>
      <p:ext uri="{BB962C8B-B14F-4D97-AF65-F5344CB8AC3E}">
        <p14:creationId xmlns:p14="http://schemas.microsoft.com/office/powerpoint/2010/main" val="3517653109"/>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6EE880-435C-EF94-3DCA-91BF8FAB6ACA}"/>
              </a:ext>
            </a:extLst>
          </p:cNvPr>
          <p:cNvSpPr>
            <a:spLocks noGrp="1"/>
          </p:cNvSpPr>
          <p:nvPr>
            <p:ph type="sldNum" sz="quarter" idx="10"/>
          </p:nvPr>
        </p:nvSpPr>
        <p:spPr/>
        <p:txBody>
          <a:bodyPr/>
          <a:lstStyle/>
          <a:p>
            <a:r>
              <a:rPr lang="en-US" dirty="0"/>
              <a:t>PAGE </a:t>
            </a:r>
            <a:fld id="{4A9B5881-4007-4345-955A-79C2656F0C49}" type="slidenum">
              <a:rPr lang="en-US" smtClean="0"/>
              <a:pPr/>
              <a:t>25</a:t>
            </a:fld>
            <a:endParaRPr lang="en-US" dirty="0"/>
          </a:p>
        </p:txBody>
      </p:sp>
      <p:sp>
        <p:nvSpPr>
          <p:cNvPr id="6" name="TextBox 5">
            <a:extLst>
              <a:ext uri="{FF2B5EF4-FFF2-40B4-BE49-F238E27FC236}">
                <a16:creationId xmlns:a16="http://schemas.microsoft.com/office/drawing/2014/main" id="{039F4CD8-2581-5C1F-CBDA-29F6384BCD8D}"/>
              </a:ext>
            </a:extLst>
          </p:cNvPr>
          <p:cNvSpPr txBox="1"/>
          <p:nvPr/>
        </p:nvSpPr>
        <p:spPr>
          <a:xfrm>
            <a:off x="2531444" y="2156059"/>
            <a:ext cx="6614962" cy="1446550"/>
          </a:xfrm>
          <a:prstGeom prst="rect">
            <a:avLst/>
          </a:prstGeom>
          <a:noFill/>
        </p:spPr>
        <p:txBody>
          <a:bodyPr wrap="square">
            <a:spAutoFit/>
          </a:bodyPr>
          <a:lstStyle/>
          <a:p>
            <a:pPr algn="ctr"/>
            <a:r>
              <a:rPr lang="en-IN" sz="8800" b="1" dirty="0">
                <a:solidFill>
                  <a:schemeClr val="bg1"/>
                </a:solidFill>
              </a:rPr>
              <a:t>THANK YOU </a:t>
            </a:r>
          </a:p>
        </p:txBody>
      </p:sp>
    </p:spTree>
    <p:extLst>
      <p:ext uri="{BB962C8B-B14F-4D97-AF65-F5344CB8AC3E}">
        <p14:creationId xmlns:p14="http://schemas.microsoft.com/office/powerpoint/2010/main" val="1991477273"/>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theme/theme1.xml><?xml version="1.0" encoding="utf-8"?>
<a:theme xmlns:a="http://schemas.openxmlformats.org/drawingml/2006/main" name="Office Theme">
  <a:themeElements>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fontScheme name="MS Surge Teach Light and Dark">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7543618_win32_fixed.potx" id="{ADAA76EA-DF5A-4461-9F55-FB2239CA5BEE}" vid="{736839AE-787B-453A-8CE5-01202B88CD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ppt/theme/themeOverride2.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docProps/app.xml><?xml version="1.0" encoding="utf-8"?>
<Properties xmlns="http://schemas.openxmlformats.org/officeDocument/2006/extended-properties" xmlns:vt="http://schemas.openxmlformats.org/officeDocument/2006/docPropsVTypes">
  <Template>Corporate teach a course</Template>
  <TotalTime>5877</TotalTime>
  <Words>3040</Words>
  <Application>Microsoft Office PowerPoint</Application>
  <PresentationFormat>Widescreen</PresentationFormat>
  <Paragraphs>331</Paragraphs>
  <Slides>25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Segoe UI</vt:lpstr>
      <vt:lpstr>Wingdings</vt:lpstr>
      <vt:lpstr>Office Theme</vt:lpstr>
      <vt:lpstr>Chapter-3</vt:lpstr>
      <vt:lpstr>Course Outline</vt:lpstr>
      <vt:lpstr>Data Types </vt:lpstr>
      <vt:lpstr>Primitive Data types</vt:lpstr>
      <vt:lpstr>PowerPoint Presentation</vt:lpstr>
      <vt:lpstr>PowerPoint Presentation</vt:lpstr>
      <vt:lpstr>Output:</vt:lpstr>
      <vt:lpstr>PowerPoint Presentation</vt:lpstr>
      <vt:lpstr>PowerPoint Presentation</vt:lpstr>
      <vt:lpstr>Derived Data types</vt:lpstr>
      <vt:lpstr>PowerPoint Presentation</vt:lpstr>
      <vt:lpstr>PowerPoint Presentation</vt:lpstr>
      <vt:lpstr>PowerPoint Presentation</vt:lpstr>
      <vt:lpstr>PowerPoint Presentation</vt:lpstr>
      <vt:lpstr>PowerPoint Presentation</vt:lpstr>
      <vt:lpstr>Useful Typdefs and define</vt:lpstr>
      <vt:lpstr>Useful Typdefs and define</vt:lpstr>
      <vt:lpstr>Bit Manipulation</vt:lpstr>
      <vt:lpstr>PowerPoint Presentation</vt:lpstr>
      <vt:lpstr>Accessing data through pointers</vt:lpstr>
      <vt:lpstr>User Defined Data types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Vaddipalli, Jhansi</dc:creator>
  <cp:lastModifiedBy>Vaddipalli, Jhansi</cp:lastModifiedBy>
  <cp:revision>3</cp:revision>
  <dcterms:created xsi:type="dcterms:W3CDTF">2025-02-12T12:06:37Z</dcterms:created>
  <dcterms:modified xsi:type="dcterms:W3CDTF">2025-02-17T05:28:47Z</dcterms:modified>
</cp:coreProperties>
</file>