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hyperlink" Target="https://gamma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hyperlink" Target="https://gamma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hyperlink" Target="https://gamma.app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19599" y="2679025"/>
            <a:ext cx="6924199" cy="833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6561"/>
              </a:lnSpc>
              <a:buNone/>
            </a:pPr>
            <a:r>
              <a:rPr lang="en-US" sz="5249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Introduction to Arrays</a:t>
            </a:r>
            <a:endParaRPr lang="en-US" sz="5249" dirty="0"/>
          </a:p>
        </p:txBody>
      </p:sp>
      <p:sp>
        <p:nvSpPr>
          <p:cNvPr id="6" name="Text 2"/>
          <p:cNvSpPr/>
          <p:nvPr/>
        </p:nvSpPr>
        <p:spPr>
          <a:xfrm>
            <a:off x="6319599" y="3845481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Arrays are a fundamental data structure in programming, consisting of a collection of items stored at contiguous memory locations. They can store multiple values of the same data type effectively.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6319599" y="5178266"/>
            <a:ext cx="355402" cy="355402"/>
          </a:xfrm>
          <a:prstGeom prst="roundRect">
            <a:avLst>
              <a:gd name="adj" fmla="val 2572603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219" y="5185886"/>
            <a:ext cx="340162" cy="340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86086" y="5161598"/>
            <a:ext cx="2850594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3062"/>
              </a:lnSpc>
              <a:buNone/>
            </a:pPr>
            <a:r>
              <a:rPr lang="en-US" sz="2187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by jhansi vaddipalli</a:t>
            </a:r>
            <a:endParaRPr lang="en-US" sz="2187" dirty="0"/>
          </a:p>
        </p:txBody>
      </p:sp>
      <p:pic>
        <p:nvPicPr>
          <p:cNvPr id="10" name="Image 3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8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2037993" y="2880360"/>
            <a:ext cx="10167223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Declaration and Initialization of Arrays</a:t>
            </a:r>
            <a:endParaRPr lang="en-US" sz="4374" dirty="0"/>
          </a:p>
        </p:txBody>
      </p:sp>
      <p:sp>
        <p:nvSpPr>
          <p:cNvPr id="7" name="Shape 3"/>
          <p:cNvSpPr/>
          <p:nvPr/>
        </p:nvSpPr>
        <p:spPr>
          <a:xfrm>
            <a:off x="2037993" y="4081582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38732" y="4123253"/>
            <a:ext cx="98465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624" dirty="0"/>
          </a:p>
        </p:txBody>
      </p:sp>
      <p:sp>
        <p:nvSpPr>
          <p:cNvPr id="9" name="Text 5"/>
          <p:cNvSpPr/>
          <p:nvPr/>
        </p:nvSpPr>
        <p:spPr>
          <a:xfrm>
            <a:off x="2760107" y="415790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Static or Dynamic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2760107" y="4638318"/>
            <a:ext cx="444400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Arrays can be declared with a fixed size or dynamically resized.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426285" y="4081582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589282" y="4123253"/>
            <a:ext cx="173831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624" dirty="0"/>
          </a:p>
        </p:txBody>
      </p:sp>
      <p:sp>
        <p:nvSpPr>
          <p:cNvPr id="13" name="Text 9"/>
          <p:cNvSpPr/>
          <p:nvPr/>
        </p:nvSpPr>
        <p:spPr>
          <a:xfrm>
            <a:off x="8148399" y="415790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Initialization</a:t>
            </a:r>
            <a:endParaRPr lang="en-US" sz="2187" dirty="0"/>
          </a:p>
        </p:txBody>
      </p:sp>
      <p:sp>
        <p:nvSpPr>
          <p:cNvPr id="14" name="Text 10"/>
          <p:cNvSpPr/>
          <p:nvPr/>
        </p:nvSpPr>
        <p:spPr>
          <a:xfrm>
            <a:off x="8148399" y="4638318"/>
            <a:ext cx="444400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Values can be assigned during array creation or individually after creation.</a:t>
            </a:r>
            <a:endParaRPr lang="en-US" sz="1750" dirty="0"/>
          </a:p>
        </p:txBody>
      </p:sp>
      <p:pic>
        <p:nvPicPr>
          <p:cNvPr id="15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037993" y="2749868"/>
            <a:ext cx="8198525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Accessing Elements in an Array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037993" y="399966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Index-based Access</a:t>
            </a:r>
            <a:endParaRPr lang="en-US" sz="2187" dirty="0"/>
          </a:p>
        </p:txBody>
      </p:sp>
      <p:sp>
        <p:nvSpPr>
          <p:cNvPr id="6" name="Text 3"/>
          <p:cNvSpPr/>
          <p:nvPr/>
        </p:nvSpPr>
        <p:spPr>
          <a:xfrm>
            <a:off x="2037993" y="4569023"/>
            <a:ext cx="5006221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Elements are accessed by their position, starting from index 0.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3806" y="399966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Traversal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7593806" y="4569023"/>
            <a:ext cx="5006221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Looping through the array to access each element systematically.</a:t>
            </a:r>
            <a:endParaRPr lang="en-US" sz="1750" dirty="0"/>
          </a:p>
        </p:txBody>
      </p:sp>
      <p:pic>
        <p:nvPicPr>
          <p:cNvPr id="9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90799" y="1458516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Manipulating Arrays</a:t>
            </a:r>
            <a:endParaRPr lang="en-US" sz="4374" dirty="0"/>
          </a:p>
        </p:txBody>
      </p:sp>
      <p:sp>
        <p:nvSpPr>
          <p:cNvPr id="6" name="Shape 2"/>
          <p:cNvSpPr/>
          <p:nvPr/>
        </p:nvSpPr>
        <p:spPr>
          <a:xfrm>
            <a:off x="4801910" y="2486144"/>
            <a:ext cx="44410" cy="4284821"/>
          </a:xfrm>
          <a:prstGeom prst="roundRect">
            <a:avLst>
              <a:gd name="adj" fmla="val 225151"/>
            </a:avLst>
          </a:prstGeom>
          <a:solidFill>
            <a:srgbClr val="B8BFDF"/>
          </a:solidFill>
          <a:ln/>
        </p:spPr>
      </p:sp>
      <p:sp>
        <p:nvSpPr>
          <p:cNvPr id="7" name="Shape 3"/>
          <p:cNvSpPr/>
          <p:nvPr/>
        </p:nvSpPr>
        <p:spPr>
          <a:xfrm>
            <a:off x="5074027" y="2887444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B8BFDF"/>
          </a:solidFill>
          <a:ln/>
        </p:spPr>
      </p:sp>
      <p:sp>
        <p:nvSpPr>
          <p:cNvPr id="8" name="Shape 4"/>
          <p:cNvSpPr/>
          <p:nvPr/>
        </p:nvSpPr>
        <p:spPr>
          <a:xfrm>
            <a:off x="4574084" y="265973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74823" y="2701409"/>
            <a:ext cx="98465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624" dirty="0"/>
          </a:p>
        </p:txBody>
      </p:sp>
      <p:sp>
        <p:nvSpPr>
          <p:cNvPr id="10" name="Text 6"/>
          <p:cNvSpPr/>
          <p:nvPr/>
        </p:nvSpPr>
        <p:spPr>
          <a:xfrm>
            <a:off x="6046113" y="2708315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Sorting</a:t>
            </a:r>
            <a:endParaRPr lang="en-US" sz="2187" dirty="0"/>
          </a:p>
        </p:txBody>
      </p:sp>
      <p:sp>
        <p:nvSpPr>
          <p:cNvPr id="11" name="Text 7"/>
          <p:cNvSpPr/>
          <p:nvPr/>
        </p:nvSpPr>
        <p:spPr>
          <a:xfrm>
            <a:off x="6046113" y="3188732"/>
            <a:ext cx="7751088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Arranging elements in ascending or descending order.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074027" y="4389775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B8BFDF"/>
          </a:solidFill>
          <a:ln/>
        </p:spPr>
      </p:sp>
      <p:sp>
        <p:nvSpPr>
          <p:cNvPr id="13" name="Shape 9"/>
          <p:cNvSpPr/>
          <p:nvPr/>
        </p:nvSpPr>
        <p:spPr>
          <a:xfrm>
            <a:off x="4574084" y="4162068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37080" y="4203740"/>
            <a:ext cx="173831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624" dirty="0"/>
          </a:p>
        </p:txBody>
      </p:sp>
      <p:sp>
        <p:nvSpPr>
          <p:cNvPr id="15" name="Text 11"/>
          <p:cNvSpPr/>
          <p:nvPr/>
        </p:nvSpPr>
        <p:spPr>
          <a:xfrm>
            <a:off x="6046113" y="4210645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Searching</a:t>
            </a:r>
            <a:endParaRPr lang="en-US" sz="2187" dirty="0"/>
          </a:p>
        </p:txBody>
      </p:sp>
      <p:sp>
        <p:nvSpPr>
          <p:cNvPr id="16" name="Text 12"/>
          <p:cNvSpPr/>
          <p:nvPr/>
        </p:nvSpPr>
        <p:spPr>
          <a:xfrm>
            <a:off x="6046113" y="4691063"/>
            <a:ext cx="7751088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Looking for specific elements within the array.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5074027" y="5892105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B8BFDF"/>
          </a:solidFill>
          <a:ln/>
        </p:spPr>
      </p:sp>
      <p:sp>
        <p:nvSpPr>
          <p:cNvPr id="18" name="Shape 14"/>
          <p:cNvSpPr/>
          <p:nvPr/>
        </p:nvSpPr>
        <p:spPr>
          <a:xfrm>
            <a:off x="4574084" y="5664398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30413" y="5706070"/>
            <a:ext cx="187166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624" dirty="0"/>
          </a:p>
        </p:txBody>
      </p:sp>
      <p:sp>
        <p:nvSpPr>
          <p:cNvPr id="20" name="Text 16"/>
          <p:cNvSpPr/>
          <p:nvPr/>
        </p:nvSpPr>
        <p:spPr>
          <a:xfrm>
            <a:off x="6046113" y="5712976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Insertion/Deletion</a:t>
            </a:r>
            <a:endParaRPr lang="en-US" sz="2187" dirty="0"/>
          </a:p>
        </p:txBody>
      </p:sp>
      <p:sp>
        <p:nvSpPr>
          <p:cNvPr id="21" name="Text 17"/>
          <p:cNvSpPr/>
          <p:nvPr/>
        </p:nvSpPr>
        <p:spPr>
          <a:xfrm>
            <a:off x="6046113" y="6193393"/>
            <a:ext cx="7751088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Adding or removing elements from the array.</a:t>
            </a:r>
            <a:endParaRPr lang="en-US" sz="1750" dirty="0"/>
          </a:p>
        </p:txBody>
      </p:sp>
      <p:pic>
        <p:nvPicPr>
          <p:cNvPr id="22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3199" y="2702719"/>
            <a:ext cx="6209824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Introduction to Pointers</a:t>
            </a:r>
            <a:endParaRPr lang="en-US" sz="4374" dirty="0"/>
          </a:p>
        </p:txBody>
      </p:sp>
      <p:sp>
        <p:nvSpPr>
          <p:cNvPr id="6" name="Shape 2"/>
          <p:cNvSpPr/>
          <p:nvPr/>
        </p:nvSpPr>
        <p:spPr>
          <a:xfrm>
            <a:off x="833199" y="390394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33939" y="3945612"/>
            <a:ext cx="98465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624" dirty="0"/>
          </a:p>
        </p:txBody>
      </p:sp>
      <p:sp>
        <p:nvSpPr>
          <p:cNvPr id="8" name="Text 4"/>
          <p:cNvSpPr/>
          <p:nvPr/>
        </p:nvSpPr>
        <p:spPr>
          <a:xfrm>
            <a:off x="1555313" y="398025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Pointer Basics</a:t>
            </a:r>
            <a:endParaRPr lang="en-US" sz="2187" dirty="0"/>
          </a:p>
        </p:txBody>
      </p:sp>
      <p:sp>
        <p:nvSpPr>
          <p:cNvPr id="9" name="Text 5"/>
          <p:cNvSpPr/>
          <p:nvPr/>
        </p:nvSpPr>
        <p:spPr>
          <a:xfrm>
            <a:off x="1555313" y="4460677"/>
            <a:ext cx="3820001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Pointers are variables that store memory addresses.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5597485" y="390394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0482" y="3945612"/>
            <a:ext cx="173831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624" dirty="0"/>
          </a:p>
        </p:txBody>
      </p:sp>
      <p:sp>
        <p:nvSpPr>
          <p:cNvPr id="12" name="Text 8"/>
          <p:cNvSpPr/>
          <p:nvPr/>
        </p:nvSpPr>
        <p:spPr>
          <a:xfrm>
            <a:off x="6319599" y="398025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Usage</a:t>
            </a:r>
            <a:endParaRPr lang="en-US" sz="2187" dirty="0"/>
          </a:p>
        </p:txBody>
      </p:sp>
      <p:sp>
        <p:nvSpPr>
          <p:cNvPr id="13" name="Text 9"/>
          <p:cNvSpPr/>
          <p:nvPr/>
        </p:nvSpPr>
        <p:spPr>
          <a:xfrm>
            <a:off x="6319599" y="4460677"/>
            <a:ext cx="38200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Pointers are used for dynamic memory allocation and passing functions by reference.</a:t>
            </a:r>
            <a:endParaRPr lang="en-US" sz="1750" dirty="0"/>
          </a:p>
        </p:txBody>
      </p:sp>
      <p:pic>
        <p:nvPicPr>
          <p:cNvPr id="1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037993" y="2616518"/>
            <a:ext cx="8989933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Declaring and Initializing Pointers</a:t>
            </a:r>
            <a:endParaRPr lang="en-US" sz="437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993" y="3755231"/>
            <a:ext cx="444341" cy="4443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37993" y="442174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Declaration</a:t>
            </a:r>
            <a:endParaRPr lang="en-US" sz="2187" dirty="0"/>
          </a:p>
        </p:txBody>
      </p:sp>
      <p:sp>
        <p:nvSpPr>
          <p:cNvPr id="7" name="Text 3"/>
          <p:cNvSpPr/>
          <p:nvPr/>
        </p:nvSpPr>
        <p:spPr>
          <a:xfrm>
            <a:off x="2037993" y="4902160"/>
            <a:ext cx="5110520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Defining a pointer with the * symbol and the data type.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768" y="3755231"/>
            <a:ext cx="444341" cy="4443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81768" y="442174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Initialization</a:t>
            </a:r>
            <a:endParaRPr lang="en-US" sz="2187" dirty="0"/>
          </a:p>
        </p:txBody>
      </p:sp>
      <p:sp>
        <p:nvSpPr>
          <p:cNvPr id="10" name="Text 5"/>
          <p:cNvSpPr/>
          <p:nvPr/>
        </p:nvSpPr>
        <p:spPr>
          <a:xfrm>
            <a:off x="7481768" y="4902160"/>
            <a:ext cx="5110639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Assigning the memory address of a variable to a pointer.</a:t>
            </a:r>
            <a:endParaRPr lang="en-US" sz="1750" dirty="0"/>
          </a:p>
        </p:txBody>
      </p:sp>
      <p:pic>
        <p:nvPicPr>
          <p:cNvPr id="11" name="Image 3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037993" y="3219212"/>
            <a:ext cx="9014103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Accessing Values through Pointers</a:t>
            </a:r>
            <a:endParaRPr lang="en-US" sz="4374" dirty="0"/>
          </a:p>
        </p:txBody>
      </p:sp>
      <p:sp>
        <p:nvSpPr>
          <p:cNvPr id="5" name="Shape 2"/>
          <p:cNvSpPr/>
          <p:nvPr/>
        </p:nvSpPr>
        <p:spPr>
          <a:xfrm>
            <a:off x="2037993" y="4357926"/>
            <a:ext cx="10554414" cy="652343"/>
          </a:xfrm>
          <a:prstGeom prst="roundRect">
            <a:avLst>
              <a:gd name="adj" fmla="val 1532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045613" y="4365546"/>
            <a:ext cx="10539174" cy="6371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267783" y="4506397"/>
            <a:ext cx="4821436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Pointer Syntax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41181" y="4506397"/>
            <a:ext cx="4821436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Accessing values using the * operator.</a:t>
            </a:r>
            <a:endParaRPr lang="en-US" sz="1750" dirty="0"/>
          </a:p>
        </p:txBody>
      </p:sp>
      <p:pic>
        <p:nvPicPr>
          <p:cNvPr id="9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90799" y="1476256"/>
            <a:ext cx="9306401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Relationship Between Arrays and Pointers</a:t>
            </a:r>
            <a:endParaRPr lang="en-US" sz="4374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799" y="3198257"/>
            <a:ext cx="1110972" cy="177748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935028" y="342042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Array to Pointer</a:t>
            </a:r>
            <a:endParaRPr lang="en-US" sz="2187" dirty="0"/>
          </a:p>
        </p:txBody>
      </p:sp>
      <p:sp>
        <p:nvSpPr>
          <p:cNvPr id="8" name="Text 3"/>
          <p:cNvSpPr/>
          <p:nvPr/>
        </p:nvSpPr>
        <p:spPr>
          <a:xfrm>
            <a:off x="5935028" y="3900845"/>
            <a:ext cx="786217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Arrays can decay into pointers pointing to their first element.</a:t>
            </a:r>
            <a:endParaRPr lang="en-US" sz="17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799" y="4975741"/>
            <a:ext cx="1110972" cy="177748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935028" y="5197912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Pointer Arithmetic</a:t>
            </a:r>
            <a:endParaRPr lang="en-US" sz="2187" dirty="0"/>
          </a:p>
        </p:txBody>
      </p:sp>
      <p:sp>
        <p:nvSpPr>
          <p:cNvPr id="11" name="Text 5"/>
          <p:cNvSpPr/>
          <p:nvPr/>
        </p:nvSpPr>
        <p:spPr>
          <a:xfrm>
            <a:off x="5935028" y="5678329"/>
            <a:ext cx="786217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Performing arithmetic operations on pointers for array traversal.</a:t>
            </a:r>
            <a:endParaRPr lang="en-US" sz="1750" dirty="0"/>
          </a:p>
        </p:txBody>
      </p:sp>
      <p:pic>
        <p:nvPicPr>
          <p:cNvPr id="12" name="Image 4" descr="preencoded.png">
            <a:hlinkClick r:id="rId6" tooltip="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2024-03-18T06:51:50Z</dcterms:created>
  <dcterms:modified xsi:type="dcterms:W3CDTF">2024-03-18T06:51:50Z</dcterms:modified>
</cp:coreProperties>
</file>