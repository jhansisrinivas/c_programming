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4"/>
    <p:sldMasterId id="2147483838" r:id="rId5"/>
  </p:sldMasterIdLst>
  <p:notesMasterIdLst>
    <p:notesMasterId r:id="rId13"/>
  </p:notesMasterIdLst>
  <p:handoutMasterIdLst>
    <p:handoutMasterId r:id="rId14"/>
  </p:handoutMasterIdLst>
  <p:sldIdLst>
    <p:sldId id="407" r:id="rId6"/>
    <p:sldId id="409" r:id="rId7"/>
    <p:sldId id="414" r:id="rId8"/>
    <p:sldId id="410" r:id="rId9"/>
    <p:sldId id="411" r:id="rId10"/>
    <p:sldId id="412" r:id="rId11"/>
    <p:sldId id="413" r:id="rId12"/>
  </p:sldIdLst>
  <p:sldSz cx="12192000" cy="6858000"/>
  <p:notesSz cx="6858000" cy="9144000"/>
  <p:custDataLst>
    <p:tags r:id="rId15"/>
  </p:custDataLst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pgemini Masters" id="{4E249A1C-D928-4AC0-A77C-65440B7A141B}">
          <p14:sldIdLst>
            <p14:sldId id="407"/>
            <p14:sldId id="409"/>
            <p14:sldId id="414"/>
            <p14:sldId id="410"/>
            <p14:sldId id="411"/>
            <p14:sldId id="412"/>
            <p14:sldId id="413"/>
          </p14:sldIdLst>
        </p14:section>
      </p14:sectionLst>
    </p:ext>
    <p:ext uri="{EFAFB233-063F-42B5-8137-9DF3F51BA10A}">
      <p15:sldGuideLst xmlns:p15="http://schemas.microsoft.com/office/powerpoint/2012/main">
        <p15:guide id="5" orient="horz" pos="2341" userDrawn="1">
          <p15:clr>
            <a:srgbClr val="A4A3A4"/>
          </p15:clr>
        </p15:guide>
        <p15:guide id="7" pos="36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AD"/>
    <a:srgbClr val="FF7E83"/>
    <a:srgbClr val="2B0A3D"/>
    <a:srgbClr val="00C37B"/>
    <a:srgbClr val="95E616"/>
    <a:srgbClr val="4701A7"/>
    <a:srgbClr val="FF6327"/>
    <a:srgbClr val="01D1D0"/>
    <a:srgbClr val="E6E7E7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1" autoAdjust="0"/>
    <p:restoredTop sz="95291" autoAdjust="0"/>
  </p:normalViewPr>
  <p:slideViewPr>
    <p:cSldViewPr>
      <p:cViewPr varScale="1">
        <p:scale>
          <a:sx n="67" d="100"/>
          <a:sy n="67" d="100"/>
        </p:scale>
        <p:origin x="604" y="52"/>
      </p:cViewPr>
      <p:guideLst>
        <p:guide orient="horz" pos="2341"/>
        <p:guide pos="36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74" d="100"/>
          <a:sy n="74" d="100"/>
        </p:scale>
        <p:origin x="2706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ags" Target="tags/tag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8B6225-3E94-4525-8747-A8CEEE07C4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sz="9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E33FD8-B984-44FE-83F0-5C989EE62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C988DC-9DE3-4390-97AB-D61B85DACE57}" type="datetimeFigureOut">
              <a:rPr lang="pt-PT" sz="900" smtClean="0"/>
              <a:pPr/>
              <a:t>08/02/2023</a:t>
            </a:fld>
            <a:endParaRPr lang="pt-PT" sz="9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D1E4F-EFF7-4551-A0B7-35D2A74F4F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sz="9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3F35C8-35E9-48DD-971F-B2366CC5B7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90BF9-40D8-49B5-87EF-599BB2C7EE93}" type="slidenum">
              <a:rPr lang="pt-PT" sz="900" smtClean="0"/>
              <a:pPr/>
              <a:t>‹#›</a:t>
            </a:fld>
            <a:endParaRPr lang="pt-PT" sz="900"/>
          </a:p>
        </p:txBody>
      </p:sp>
    </p:spTree>
    <p:extLst>
      <p:ext uri="{BB962C8B-B14F-4D97-AF65-F5344CB8AC3E}">
        <p14:creationId xmlns:p14="http://schemas.microsoft.com/office/powerpoint/2010/main" val="36093076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pt-BR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0835B8F7-DAC4-4931-8AED-4356A8B2FD64}" type="datetimeFigureOut">
              <a:rPr lang="pt-BR" smtClean="0"/>
              <a:pPr/>
              <a:t>08/02/2023</a:t>
            </a:fld>
            <a:endParaRPr lang="pt-BR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 dirty="0"/>
              <a:t>Insert comments</a:t>
            </a:r>
            <a:endParaRPr lang="pt-BR" dirty="0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pt-BR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C0696B5C-12A0-4042-B4D0-BD3B9A4F58C6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5338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27348" y="1815352"/>
            <a:ext cx="11700000" cy="44662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349" y="0"/>
            <a:ext cx="11125236" cy="11049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27348" y="1815351"/>
            <a:ext cx="11700000" cy="44662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227349" y="1148607"/>
            <a:ext cx="11700000" cy="50405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subtitle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7349" y="2205319"/>
            <a:ext cx="5400000" cy="407623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600"/>
            </a:lvl3pPr>
            <a:lvl4pPr>
              <a:lnSpc>
                <a:spcPct val="100000"/>
              </a:lnSpc>
              <a:spcBef>
                <a:spcPts val="0"/>
              </a:spcBef>
              <a:defRPr sz="1600"/>
            </a:lvl4pPr>
            <a:lvl5pPr>
              <a:lnSpc>
                <a:spcPct val="100000"/>
              </a:lnSpc>
              <a:spcBef>
                <a:spcPts val="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8D7F005-BA7C-423E-87B0-6782D88233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349" y="1420989"/>
            <a:ext cx="5400000" cy="74398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1800" b="1">
                <a:solidFill>
                  <a:srgbClr val="12ABDB"/>
                </a:solidFill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 dirty="0"/>
              <a:t>Click to insert title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7BDC0DA-1585-454D-9E74-41D2AFC0FE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4016" y="1420989"/>
            <a:ext cx="5400000" cy="74398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1800" b="1">
                <a:solidFill>
                  <a:srgbClr val="12ABDB"/>
                </a:solidFill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 dirty="0"/>
              <a:t>Click to insert title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7349" y="0"/>
            <a:ext cx="11125236" cy="11049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4016" y="2205319"/>
            <a:ext cx="5400000" cy="407623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600"/>
            </a:lvl3pPr>
            <a:lvl4pPr>
              <a:lnSpc>
                <a:spcPct val="100000"/>
              </a:lnSpc>
              <a:spcBef>
                <a:spcPts val="0"/>
              </a:spcBef>
              <a:defRPr sz="1600"/>
            </a:lvl4pPr>
            <a:lvl5pPr>
              <a:lnSpc>
                <a:spcPct val="100000"/>
              </a:lnSpc>
              <a:spcBef>
                <a:spcPts val="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351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7350" y="2205319"/>
            <a:ext cx="3537827" cy="407623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/>
            </a:lvl1pPr>
            <a:lvl2pPr>
              <a:lnSpc>
                <a:spcPct val="100000"/>
              </a:lnSpc>
              <a:spcBef>
                <a:spcPts val="0"/>
              </a:spcBef>
              <a:defRPr sz="14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400"/>
            </a:lvl4pPr>
            <a:lvl5pPr>
              <a:lnSpc>
                <a:spcPct val="10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D8D7F005-BA7C-423E-87B0-6782D88233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350" y="1420989"/>
            <a:ext cx="3537827" cy="74398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en-US" sz="1600" b="1" kern="1200" dirty="0">
                <a:solidFill>
                  <a:srgbClr val="12ABDB"/>
                </a:solidFill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insert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13358" y="2205319"/>
            <a:ext cx="3537827" cy="407623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/>
            </a:lvl1pPr>
            <a:lvl2pPr>
              <a:lnSpc>
                <a:spcPct val="100000"/>
              </a:lnSpc>
              <a:spcBef>
                <a:spcPts val="0"/>
              </a:spcBef>
              <a:defRPr sz="14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400"/>
            </a:lvl4pPr>
            <a:lvl5pPr>
              <a:lnSpc>
                <a:spcPct val="10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8D7F005-BA7C-423E-87B0-6782D88233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3358" y="1420989"/>
            <a:ext cx="3537827" cy="74398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en-US" sz="1600" b="1" kern="1200" dirty="0">
                <a:solidFill>
                  <a:srgbClr val="12ABDB"/>
                </a:solidFill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insert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84125" y="2205319"/>
            <a:ext cx="3537827" cy="407623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/>
            </a:lvl1pPr>
            <a:lvl2pPr>
              <a:lnSpc>
                <a:spcPct val="100000"/>
              </a:lnSpc>
              <a:spcBef>
                <a:spcPts val="0"/>
              </a:spcBef>
              <a:defRPr sz="14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400"/>
            </a:lvl4pPr>
            <a:lvl5pPr>
              <a:lnSpc>
                <a:spcPct val="10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8D7F005-BA7C-423E-87B0-6782D88233F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4125" y="1420989"/>
            <a:ext cx="3537827" cy="74398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en-US" sz="1600" b="1" kern="1200" dirty="0">
                <a:solidFill>
                  <a:srgbClr val="12ABDB"/>
                </a:solidFill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insert title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numbering, 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/>
          <p:cNvSpPr/>
          <p:nvPr userDrawn="1"/>
        </p:nvSpPr>
        <p:spPr>
          <a:xfrm>
            <a:off x="0" y="0"/>
            <a:ext cx="919998" cy="428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510" name="Freeform 6"/>
          <p:cNvSpPr>
            <a:spLocks/>
          </p:cNvSpPr>
          <p:nvPr userDrawn="1"/>
        </p:nvSpPr>
        <p:spPr bwMode="auto">
          <a:xfrm>
            <a:off x="0" y="0"/>
            <a:ext cx="919998" cy="1146174"/>
          </a:xfrm>
          <a:custGeom>
            <a:avLst/>
            <a:gdLst/>
            <a:ahLst/>
            <a:cxnLst>
              <a:cxn ang="0">
                <a:pos x="1681" y="25"/>
              </a:cxn>
              <a:cxn ang="0">
                <a:pos x="1655" y="0"/>
              </a:cxn>
              <a:cxn ang="0">
                <a:pos x="22" y="0"/>
              </a:cxn>
              <a:cxn ang="0">
                <a:pos x="0" y="23"/>
              </a:cxn>
              <a:cxn ang="0">
                <a:pos x="0" y="2095"/>
              </a:cxn>
              <a:cxn ang="0">
                <a:pos x="336" y="2085"/>
              </a:cxn>
              <a:cxn ang="0">
                <a:pos x="682" y="2056"/>
              </a:cxn>
              <a:cxn ang="0">
                <a:pos x="897" y="2032"/>
              </a:cxn>
              <a:cxn ang="0">
                <a:pos x="1082" y="2005"/>
              </a:cxn>
              <a:cxn ang="0">
                <a:pos x="1332" y="1960"/>
              </a:cxn>
              <a:cxn ang="0">
                <a:pos x="1567" y="1911"/>
              </a:cxn>
              <a:cxn ang="0">
                <a:pos x="1680" y="1883"/>
              </a:cxn>
              <a:cxn ang="0">
                <a:pos x="1681" y="25"/>
              </a:cxn>
            </a:cxnLst>
            <a:rect l="0" t="0" r="r" b="b"/>
            <a:pathLst>
              <a:path w="1681" h="2095">
                <a:moveTo>
                  <a:pt x="1681" y="25"/>
                </a:moveTo>
                <a:cubicBezTo>
                  <a:pt x="1681" y="3"/>
                  <a:pt x="1675" y="0"/>
                  <a:pt x="1655" y="0"/>
                </a:cubicBezTo>
                <a:cubicBezTo>
                  <a:pt x="1111" y="1"/>
                  <a:pt x="567" y="1"/>
                  <a:pt x="22" y="0"/>
                </a:cubicBezTo>
                <a:cubicBezTo>
                  <a:pt x="5" y="0"/>
                  <a:pt x="0" y="3"/>
                  <a:pt x="0" y="23"/>
                </a:cubicBezTo>
                <a:cubicBezTo>
                  <a:pt x="0" y="713"/>
                  <a:pt x="0" y="1404"/>
                  <a:pt x="0" y="2095"/>
                </a:cubicBezTo>
                <a:cubicBezTo>
                  <a:pt x="112" y="2091"/>
                  <a:pt x="224" y="2088"/>
                  <a:pt x="336" y="2085"/>
                </a:cubicBezTo>
                <a:cubicBezTo>
                  <a:pt x="452" y="2081"/>
                  <a:pt x="567" y="2068"/>
                  <a:pt x="682" y="2056"/>
                </a:cubicBezTo>
                <a:cubicBezTo>
                  <a:pt x="754" y="2049"/>
                  <a:pt x="826" y="2045"/>
                  <a:pt x="897" y="2032"/>
                </a:cubicBezTo>
                <a:cubicBezTo>
                  <a:pt x="958" y="2020"/>
                  <a:pt x="1021" y="2018"/>
                  <a:pt x="1082" y="2005"/>
                </a:cubicBezTo>
                <a:cubicBezTo>
                  <a:pt x="1165" y="1989"/>
                  <a:pt x="1249" y="1977"/>
                  <a:pt x="1332" y="1960"/>
                </a:cubicBezTo>
                <a:cubicBezTo>
                  <a:pt x="1410" y="1945"/>
                  <a:pt x="1489" y="1928"/>
                  <a:pt x="1567" y="1911"/>
                </a:cubicBezTo>
                <a:cubicBezTo>
                  <a:pt x="1605" y="1904"/>
                  <a:pt x="1643" y="1895"/>
                  <a:pt x="1680" y="1883"/>
                </a:cubicBezTo>
                <a:cubicBezTo>
                  <a:pt x="1680" y="1263"/>
                  <a:pt x="1680" y="644"/>
                  <a:pt x="1681" y="25"/>
                </a:cubicBez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4872" y="0"/>
            <a:ext cx="10377711" cy="11049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27347" y="1815351"/>
            <a:ext cx="11700000" cy="446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974872" y="1148607"/>
            <a:ext cx="10940903" cy="50405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subtitle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48742"/>
            <a:ext cx="914400" cy="914400"/>
          </a:xfr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4000" kern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Single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5F5AEA1-6A77-4676-B8B3-EF658F5F8430}"/>
              </a:ext>
            </a:extLst>
          </p:cNvPr>
          <p:cNvSpPr/>
          <p:nvPr userDrawn="1"/>
        </p:nvSpPr>
        <p:spPr>
          <a:xfrm flipV="1">
            <a:off x="1" y="0"/>
            <a:ext cx="5204012" cy="3119718"/>
          </a:xfrm>
          <a:custGeom>
            <a:avLst/>
            <a:gdLst>
              <a:gd name="connsiteX0" fmla="*/ 2836724 w 6262141"/>
              <a:gd name="connsiteY0" fmla="*/ 775 h 4159686"/>
              <a:gd name="connsiteX1" fmla="*/ 3822188 w 6262141"/>
              <a:gd name="connsiteY1" fmla="*/ 22965 h 4159686"/>
              <a:gd name="connsiteX2" fmla="*/ 5982756 w 6262141"/>
              <a:gd name="connsiteY2" fmla="*/ 3706589 h 4159686"/>
              <a:gd name="connsiteX3" fmla="*/ 6262141 w 6262141"/>
              <a:gd name="connsiteY3" fmla="*/ 4159686 h 4159686"/>
              <a:gd name="connsiteX4" fmla="*/ 0 w 6262141"/>
              <a:gd name="connsiteY4" fmla="*/ 4159686 h 4159686"/>
              <a:gd name="connsiteX5" fmla="*/ 0 w 6262141"/>
              <a:gd name="connsiteY5" fmla="*/ 3700458 h 4159686"/>
              <a:gd name="connsiteX6" fmla="*/ 0 w 6262141"/>
              <a:gd name="connsiteY6" fmla="*/ 3329154 h 4159686"/>
              <a:gd name="connsiteX7" fmla="*/ 0 w 6262141"/>
              <a:gd name="connsiteY7" fmla="*/ 2944589 h 4159686"/>
              <a:gd name="connsiteX8" fmla="*/ 0 w 6262141"/>
              <a:gd name="connsiteY8" fmla="*/ 2546533 h 4159686"/>
              <a:gd name="connsiteX9" fmla="*/ 0 w 6262141"/>
              <a:gd name="connsiteY9" fmla="*/ 2134752 h 4159686"/>
              <a:gd name="connsiteX10" fmla="*/ 0 w 6262141"/>
              <a:gd name="connsiteY10" fmla="*/ 1709014 h 4159686"/>
              <a:gd name="connsiteX11" fmla="*/ 0 w 6262141"/>
              <a:gd name="connsiteY11" fmla="*/ 1269085 h 4159686"/>
              <a:gd name="connsiteX12" fmla="*/ 0 w 6262141"/>
              <a:gd name="connsiteY12" fmla="*/ 814735 h 4159686"/>
              <a:gd name="connsiteX13" fmla="*/ 0 w 6262141"/>
              <a:gd name="connsiteY13" fmla="*/ 345728 h 4159686"/>
              <a:gd name="connsiteX14" fmla="*/ 2836724 w 6262141"/>
              <a:gd name="connsiteY14" fmla="*/ 775 h 4159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262141" h="4159686">
                <a:moveTo>
                  <a:pt x="2836724" y="775"/>
                </a:moveTo>
                <a:cubicBezTo>
                  <a:pt x="3163345" y="-2587"/>
                  <a:pt x="3492318" y="5034"/>
                  <a:pt x="3822188" y="22965"/>
                </a:cubicBezTo>
                <a:cubicBezTo>
                  <a:pt x="4104550" y="1058496"/>
                  <a:pt x="5095168" y="2317803"/>
                  <a:pt x="5982756" y="3706589"/>
                </a:cubicBezTo>
                <a:lnTo>
                  <a:pt x="6262141" y="4159686"/>
                </a:lnTo>
                <a:lnTo>
                  <a:pt x="0" y="4159686"/>
                </a:lnTo>
                <a:lnTo>
                  <a:pt x="0" y="3700458"/>
                </a:lnTo>
                <a:lnTo>
                  <a:pt x="0" y="3329154"/>
                </a:lnTo>
                <a:lnTo>
                  <a:pt x="0" y="2944589"/>
                </a:lnTo>
                <a:lnTo>
                  <a:pt x="0" y="2546533"/>
                </a:lnTo>
                <a:lnTo>
                  <a:pt x="0" y="2134752"/>
                </a:lnTo>
                <a:lnTo>
                  <a:pt x="0" y="1709014"/>
                </a:lnTo>
                <a:lnTo>
                  <a:pt x="0" y="1269085"/>
                </a:lnTo>
                <a:lnTo>
                  <a:pt x="0" y="814735"/>
                </a:lnTo>
                <a:lnTo>
                  <a:pt x="0" y="345728"/>
                </a:lnTo>
                <a:cubicBezTo>
                  <a:pt x="898178" y="119794"/>
                  <a:pt x="1856863" y="10862"/>
                  <a:pt x="2836724" y="775"/>
                </a:cubicBezTo>
                <a:close/>
              </a:path>
            </a:pathLst>
          </a:custGeom>
          <a:solidFill>
            <a:srgbClr val="12A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E551D69-F21D-4601-B4BD-97ECB52F39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3129" y="5278426"/>
            <a:ext cx="3296647" cy="331986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algn="l">
              <a:defRPr sz="1600" b="1">
                <a:solidFill>
                  <a:schemeClr val="accent2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Insert education 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BC359575-5CC3-4B2F-91E7-19D6A150BE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3129" y="3916350"/>
            <a:ext cx="3296647" cy="412363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algn="l">
              <a:defRPr sz="2000" b="1">
                <a:solidFill>
                  <a:schemeClr val="accent2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3745724-67BB-4475-9660-FEEE122686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2081" y="4344097"/>
            <a:ext cx="3304144" cy="89484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C78431F2-3F85-4748-A6BC-A08250A6D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2081" y="5601397"/>
            <a:ext cx="3297695" cy="71386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13" name="Oval 20">
            <a:extLst>
              <a:ext uri="{FF2B5EF4-FFF2-40B4-BE49-F238E27FC236}">
                <a16:creationId xmlns:a16="http://schemas.microsoft.com/office/drawing/2014/main" id="{1EFB3510-D39A-47CF-8191-109DDF9E53D5}"/>
              </a:ext>
            </a:extLst>
          </p:cNvPr>
          <p:cNvSpPr/>
          <p:nvPr userDrawn="1"/>
        </p:nvSpPr>
        <p:spPr>
          <a:xfrm>
            <a:off x="1381192" y="1147034"/>
            <a:ext cx="2609222" cy="2465696"/>
          </a:xfrm>
          <a:custGeom>
            <a:avLst/>
            <a:gdLst>
              <a:gd name="connsiteX0" fmla="*/ 0 w 3314251"/>
              <a:gd name="connsiteY0" fmla="*/ 1564410 h 3128820"/>
              <a:gd name="connsiteX1" fmla="*/ 1657126 w 3314251"/>
              <a:gd name="connsiteY1" fmla="*/ 0 h 3128820"/>
              <a:gd name="connsiteX2" fmla="*/ 3314252 w 3314251"/>
              <a:gd name="connsiteY2" fmla="*/ 1564410 h 3128820"/>
              <a:gd name="connsiteX3" fmla="*/ 1657126 w 3314251"/>
              <a:gd name="connsiteY3" fmla="*/ 3128820 h 3128820"/>
              <a:gd name="connsiteX4" fmla="*/ 0 w 3314251"/>
              <a:gd name="connsiteY4" fmla="*/ 1564410 h 3128820"/>
              <a:gd name="connsiteX0" fmla="*/ 0 w 3314252"/>
              <a:gd name="connsiteY0" fmla="*/ 1564410 h 3128820"/>
              <a:gd name="connsiteX1" fmla="*/ 1657126 w 3314252"/>
              <a:gd name="connsiteY1" fmla="*/ 0 h 3128820"/>
              <a:gd name="connsiteX2" fmla="*/ 3314252 w 3314252"/>
              <a:gd name="connsiteY2" fmla="*/ 1564410 h 3128820"/>
              <a:gd name="connsiteX3" fmla="*/ 1657126 w 3314252"/>
              <a:gd name="connsiteY3" fmla="*/ 3128820 h 3128820"/>
              <a:gd name="connsiteX4" fmla="*/ 0 w 3314252"/>
              <a:gd name="connsiteY4" fmla="*/ 1564410 h 3128820"/>
              <a:gd name="connsiteX0" fmla="*/ 0 w 3314252"/>
              <a:gd name="connsiteY0" fmla="*/ 1565821 h 3130231"/>
              <a:gd name="connsiteX1" fmla="*/ 1657126 w 3314252"/>
              <a:gd name="connsiteY1" fmla="*/ 1411 h 3130231"/>
              <a:gd name="connsiteX2" fmla="*/ 3314252 w 3314252"/>
              <a:gd name="connsiteY2" fmla="*/ 1565821 h 3130231"/>
              <a:gd name="connsiteX3" fmla="*/ 1657126 w 3314252"/>
              <a:gd name="connsiteY3" fmla="*/ 3130231 h 3130231"/>
              <a:gd name="connsiteX4" fmla="*/ 0 w 3314252"/>
              <a:gd name="connsiteY4" fmla="*/ 1565821 h 3130231"/>
              <a:gd name="connsiteX0" fmla="*/ 0 w 3314252"/>
              <a:gd name="connsiteY0" fmla="*/ 1567937 h 3132347"/>
              <a:gd name="connsiteX1" fmla="*/ 1657126 w 3314252"/>
              <a:gd name="connsiteY1" fmla="*/ 3527 h 3132347"/>
              <a:gd name="connsiteX2" fmla="*/ 3314252 w 3314252"/>
              <a:gd name="connsiteY2" fmla="*/ 1567937 h 3132347"/>
              <a:gd name="connsiteX3" fmla="*/ 1657126 w 3314252"/>
              <a:gd name="connsiteY3" fmla="*/ 3132347 h 3132347"/>
              <a:gd name="connsiteX4" fmla="*/ 0 w 3314252"/>
              <a:gd name="connsiteY4" fmla="*/ 1567937 h 3132347"/>
              <a:gd name="connsiteX0" fmla="*/ 0 w 3314252"/>
              <a:gd name="connsiteY0" fmla="*/ 1564505 h 3128915"/>
              <a:gd name="connsiteX1" fmla="*/ 1657126 w 3314252"/>
              <a:gd name="connsiteY1" fmla="*/ 95 h 3128915"/>
              <a:gd name="connsiteX2" fmla="*/ 3314252 w 3314252"/>
              <a:gd name="connsiteY2" fmla="*/ 1564505 h 3128915"/>
              <a:gd name="connsiteX3" fmla="*/ 1657126 w 3314252"/>
              <a:gd name="connsiteY3" fmla="*/ 3128915 h 3128915"/>
              <a:gd name="connsiteX4" fmla="*/ 0 w 3314252"/>
              <a:gd name="connsiteY4" fmla="*/ 1564505 h 3128915"/>
              <a:gd name="connsiteX0" fmla="*/ 0 w 3314252"/>
              <a:gd name="connsiteY0" fmla="*/ 1565503 h 3129913"/>
              <a:gd name="connsiteX1" fmla="*/ 1657126 w 3314252"/>
              <a:gd name="connsiteY1" fmla="*/ 1093 h 3129913"/>
              <a:gd name="connsiteX2" fmla="*/ 3314252 w 3314252"/>
              <a:gd name="connsiteY2" fmla="*/ 1565503 h 3129913"/>
              <a:gd name="connsiteX3" fmla="*/ 1657126 w 3314252"/>
              <a:gd name="connsiteY3" fmla="*/ 3129913 h 3129913"/>
              <a:gd name="connsiteX4" fmla="*/ 0 w 3314252"/>
              <a:gd name="connsiteY4" fmla="*/ 1565503 h 3129913"/>
              <a:gd name="connsiteX0" fmla="*/ 0 w 3314252"/>
              <a:gd name="connsiteY0" fmla="*/ 1564410 h 3128820"/>
              <a:gd name="connsiteX1" fmla="*/ 1657126 w 3314252"/>
              <a:gd name="connsiteY1" fmla="*/ 0 h 3128820"/>
              <a:gd name="connsiteX2" fmla="*/ 3314252 w 3314252"/>
              <a:gd name="connsiteY2" fmla="*/ 1564410 h 3128820"/>
              <a:gd name="connsiteX3" fmla="*/ 1657126 w 3314252"/>
              <a:gd name="connsiteY3" fmla="*/ 3128820 h 3128820"/>
              <a:gd name="connsiteX4" fmla="*/ 0 w 3314252"/>
              <a:gd name="connsiteY4" fmla="*/ 1564410 h 3128820"/>
              <a:gd name="connsiteX0" fmla="*/ 0 w 3314252"/>
              <a:gd name="connsiteY0" fmla="*/ 1564433 h 3128843"/>
              <a:gd name="connsiteX1" fmla="*/ 1657126 w 3314252"/>
              <a:gd name="connsiteY1" fmla="*/ 23 h 3128843"/>
              <a:gd name="connsiteX2" fmla="*/ 3314252 w 3314252"/>
              <a:gd name="connsiteY2" fmla="*/ 1564433 h 3128843"/>
              <a:gd name="connsiteX3" fmla="*/ 1657126 w 3314252"/>
              <a:gd name="connsiteY3" fmla="*/ 3128843 h 3128843"/>
              <a:gd name="connsiteX4" fmla="*/ 0 w 3314252"/>
              <a:gd name="connsiteY4" fmla="*/ 1564433 h 3128843"/>
              <a:gd name="connsiteX0" fmla="*/ 0 w 3314252"/>
              <a:gd name="connsiteY0" fmla="*/ 1564433 h 3129053"/>
              <a:gd name="connsiteX1" fmla="*/ 1657126 w 3314252"/>
              <a:gd name="connsiteY1" fmla="*/ 23 h 3129053"/>
              <a:gd name="connsiteX2" fmla="*/ 3314252 w 3314252"/>
              <a:gd name="connsiteY2" fmla="*/ 1564433 h 3129053"/>
              <a:gd name="connsiteX3" fmla="*/ 1657126 w 3314252"/>
              <a:gd name="connsiteY3" fmla="*/ 3128843 h 3129053"/>
              <a:gd name="connsiteX4" fmla="*/ 0 w 3314252"/>
              <a:gd name="connsiteY4" fmla="*/ 1564433 h 3129053"/>
              <a:gd name="connsiteX0" fmla="*/ 0 w 3314252"/>
              <a:gd name="connsiteY0" fmla="*/ 1564433 h 3131880"/>
              <a:gd name="connsiteX1" fmla="*/ 1657126 w 3314252"/>
              <a:gd name="connsiteY1" fmla="*/ 23 h 3131880"/>
              <a:gd name="connsiteX2" fmla="*/ 3314252 w 3314252"/>
              <a:gd name="connsiteY2" fmla="*/ 1564433 h 3131880"/>
              <a:gd name="connsiteX3" fmla="*/ 1657126 w 3314252"/>
              <a:gd name="connsiteY3" fmla="*/ 3128843 h 3131880"/>
              <a:gd name="connsiteX4" fmla="*/ 0 w 3314252"/>
              <a:gd name="connsiteY4" fmla="*/ 1564433 h 3131880"/>
              <a:gd name="connsiteX0" fmla="*/ 0 w 3314252"/>
              <a:gd name="connsiteY0" fmla="*/ 1564433 h 3131423"/>
              <a:gd name="connsiteX1" fmla="*/ 1657126 w 3314252"/>
              <a:gd name="connsiteY1" fmla="*/ 23 h 3131423"/>
              <a:gd name="connsiteX2" fmla="*/ 3314252 w 3314252"/>
              <a:gd name="connsiteY2" fmla="*/ 1564433 h 3131423"/>
              <a:gd name="connsiteX3" fmla="*/ 1657126 w 3314252"/>
              <a:gd name="connsiteY3" fmla="*/ 3128843 h 3131423"/>
              <a:gd name="connsiteX4" fmla="*/ 0 w 3314252"/>
              <a:gd name="connsiteY4" fmla="*/ 1564433 h 3131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4252" h="3131423">
                <a:moveTo>
                  <a:pt x="0" y="1564433"/>
                </a:moveTo>
                <a:cubicBezTo>
                  <a:pt x="0" y="700433"/>
                  <a:pt x="775256" y="19074"/>
                  <a:pt x="1657126" y="23"/>
                </a:cubicBezTo>
                <a:cubicBezTo>
                  <a:pt x="2639009" y="-4740"/>
                  <a:pt x="3314252" y="700433"/>
                  <a:pt x="3314252" y="1564433"/>
                </a:cubicBezTo>
                <a:cubicBezTo>
                  <a:pt x="3314252" y="2428433"/>
                  <a:pt x="2367543" y="3071694"/>
                  <a:pt x="1657126" y="3128843"/>
                </a:cubicBezTo>
                <a:cubicBezTo>
                  <a:pt x="665721" y="3181230"/>
                  <a:pt x="0" y="2428433"/>
                  <a:pt x="0" y="15644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83323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3877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8B5F77E1-A90A-4D54-B022-9C5E9B57DFA9}"/>
              </a:ext>
            </a:extLst>
          </p:cNvPr>
          <p:cNvGrpSpPr/>
          <p:nvPr userDrawn="1"/>
        </p:nvGrpSpPr>
        <p:grpSpPr>
          <a:xfrm>
            <a:off x="0" y="-55534"/>
            <a:ext cx="13296800" cy="5428750"/>
            <a:chOff x="0" y="-55534"/>
            <a:chExt cx="12216000" cy="5173384"/>
          </a:xfrm>
        </p:grpSpPr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89968303-ACAB-46E2-9ADA-FFEAE7DD34FF}"/>
                </a:ext>
              </a:extLst>
            </p:cNvPr>
            <p:cNvSpPr/>
            <p:nvPr userDrawn="1"/>
          </p:nvSpPr>
          <p:spPr>
            <a:xfrm rot="10800000" flipH="1">
              <a:off x="0" y="-32385"/>
              <a:ext cx="5332543" cy="3858339"/>
            </a:xfrm>
            <a:custGeom>
              <a:avLst/>
              <a:gdLst>
                <a:gd name="connsiteX0" fmla="*/ 2180368 w 2314575"/>
                <a:gd name="connsiteY0" fmla="*/ 675704 h 1685925"/>
                <a:gd name="connsiteX1" fmla="*/ 7144 w 2314575"/>
                <a:gd name="connsiteY1" fmla="*/ 84011 h 1685925"/>
                <a:gd name="connsiteX2" fmla="*/ 7144 w 2314575"/>
                <a:gd name="connsiteY2" fmla="*/ 1622204 h 1685925"/>
                <a:gd name="connsiteX3" fmla="*/ 29813 w 2314575"/>
                <a:gd name="connsiteY3" fmla="*/ 1681544 h 1685925"/>
                <a:gd name="connsiteX4" fmla="*/ 2086261 w 2314575"/>
                <a:gd name="connsiteY4" fmla="*/ 1681544 h 1685925"/>
                <a:gd name="connsiteX5" fmla="*/ 2180368 w 2314575"/>
                <a:gd name="connsiteY5" fmla="*/ 675704 h 1685925"/>
                <a:gd name="connsiteX0" fmla="*/ 2173224 w 2307237"/>
                <a:gd name="connsiteY0" fmla="*/ 668561 h 1674401"/>
                <a:gd name="connsiteX1" fmla="*/ 0 w 2307237"/>
                <a:gd name="connsiteY1" fmla="*/ 76868 h 1674401"/>
                <a:gd name="connsiteX2" fmla="*/ 0 w 2307237"/>
                <a:gd name="connsiteY2" fmla="*/ 1615061 h 1674401"/>
                <a:gd name="connsiteX3" fmla="*/ 2637 w 2307237"/>
                <a:gd name="connsiteY3" fmla="*/ 1664385 h 1674401"/>
                <a:gd name="connsiteX4" fmla="*/ 2079117 w 2307237"/>
                <a:gd name="connsiteY4" fmla="*/ 1674401 h 1674401"/>
                <a:gd name="connsiteX5" fmla="*/ 2173224 w 2307237"/>
                <a:gd name="connsiteY5" fmla="*/ 668561 h 1674401"/>
                <a:gd name="connsiteX0" fmla="*/ 2173224 w 2307237"/>
                <a:gd name="connsiteY0" fmla="*/ 668561 h 1669393"/>
                <a:gd name="connsiteX1" fmla="*/ 0 w 2307237"/>
                <a:gd name="connsiteY1" fmla="*/ 76868 h 1669393"/>
                <a:gd name="connsiteX2" fmla="*/ 0 w 2307237"/>
                <a:gd name="connsiteY2" fmla="*/ 1615061 h 1669393"/>
                <a:gd name="connsiteX3" fmla="*/ 2637 w 2307237"/>
                <a:gd name="connsiteY3" fmla="*/ 1664385 h 1669393"/>
                <a:gd name="connsiteX4" fmla="*/ 2079117 w 2307237"/>
                <a:gd name="connsiteY4" fmla="*/ 1669393 h 1669393"/>
                <a:gd name="connsiteX5" fmla="*/ 2173224 w 2307237"/>
                <a:gd name="connsiteY5" fmla="*/ 668561 h 1669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07237" h="1669393">
                  <a:moveTo>
                    <a:pt x="2173224" y="668561"/>
                  </a:moveTo>
                  <a:cubicBezTo>
                    <a:pt x="1677257" y="1447230"/>
                    <a:pt x="849249" y="-388999"/>
                    <a:pt x="0" y="76868"/>
                  </a:cubicBezTo>
                  <a:lnTo>
                    <a:pt x="0" y="1615061"/>
                  </a:lnTo>
                  <a:cubicBezTo>
                    <a:pt x="7906" y="1636016"/>
                    <a:pt x="-4506" y="1646002"/>
                    <a:pt x="2637" y="1664385"/>
                  </a:cubicBezTo>
                  <a:lnTo>
                    <a:pt x="2079117" y="1669393"/>
                  </a:lnTo>
                  <a:cubicBezTo>
                    <a:pt x="2267807" y="988356"/>
                    <a:pt x="2432685" y="261177"/>
                    <a:pt x="2173224" y="66856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E554DC0D-4FB0-4F98-9429-3F0318722CC7}"/>
                </a:ext>
              </a:extLst>
            </p:cNvPr>
            <p:cNvSpPr/>
            <p:nvPr/>
          </p:nvSpPr>
          <p:spPr>
            <a:xfrm rot="10800000" flipH="1">
              <a:off x="2749803" y="-55534"/>
              <a:ext cx="9466197" cy="5173384"/>
            </a:xfrm>
            <a:custGeom>
              <a:avLst/>
              <a:gdLst>
                <a:gd name="connsiteX0" fmla="*/ 4091559 w 4095750"/>
                <a:gd name="connsiteY0" fmla="*/ 2231968 h 2238375"/>
                <a:gd name="connsiteX1" fmla="*/ 1634966 w 4095750"/>
                <a:gd name="connsiteY1" fmla="*/ 17120 h 2238375"/>
                <a:gd name="connsiteX2" fmla="*/ 7144 w 4095750"/>
                <a:gd name="connsiteY2" fmla="*/ 2231968 h 2238375"/>
                <a:gd name="connsiteX3" fmla="*/ 4091559 w 4095750"/>
                <a:gd name="connsiteY3" fmla="*/ 2231968 h 2238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5750" h="2238375">
                  <a:moveTo>
                    <a:pt x="4091559" y="2231968"/>
                  </a:moveTo>
                  <a:cubicBezTo>
                    <a:pt x="3792189" y="638721"/>
                    <a:pt x="3102578" y="-88131"/>
                    <a:pt x="1634966" y="17120"/>
                  </a:cubicBezTo>
                  <a:cubicBezTo>
                    <a:pt x="986980" y="1336237"/>
                    <a:pt x="438150" y="1962030"/>
                    <a:pt x="7144" y="2231968"/>
                  </a:cubicBezTo>
                  <a:lnTo>
                    <a:pt x="4091559" y="2231968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9" name="Object 8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9" name="Object 8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5C674D03-4995-4743-8CE4-61CF32CFBDDE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247668" y="591671"/>
            <a:ext cx="5392948" cy="211732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  <a:lvl2pPr marL="457200" indent="0">
              <a:buNone/>
              <a:defRPr sz="6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insert section title</a:t>
            </a:r>
            <a:endParaRPr lang="pt-PT" dirty="0"/>
          </a:p>
        </p:txBody>
      </p:sp>
      <p:sp>
        <p:nvSpPr>
          <p:cNvPr id="16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343418" y="2709000"/>
            <a:ext cx="4194069" cy="6829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4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 dirty="0"/>
              <a:t>Click to insert presenter, location, </a:t>
            </a:r>
            <a:br>
              <a:rPr lang="en-US" dirty="0"/>
            </a:br>
            <a:r>
              <a:rPr lang="en-US" dirty="0"/>
              <a:t>and date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FB462EBA-7EE8-40CC-BC93-E402200D83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5" t="25237" r="7003" b="27219"/>
          <a:stretch/>
        </p:blipFill>
        <p:spPr>
          <a:xfrm>
            <a:off x="552064" y="5157192"/>
            <a:ext cx="6120000" cy="83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3346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39">
          <p15:clr>
            <a:srgbClr val="FBAE40"/>
          </p15:clr>
        </p15:guide>
        <p15:guide id="2" pos="25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bg>
      <p:bgPr>
        <a:solidFill>
          <a:srgbClr val="E6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ct 1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6" name="Freeform 6"/>
          <p:cNvSpPr>
            <a:spLocks/>
          </p:cNvSpPr>
          <p:nvPr userDrawn="1"/>
        </p:nvSpPr>
        <p:spPr bwMode="auto">
          <a:xfrm>
            <a:off x="3771900" y="1847851"/>
            <a:ext cx="8420100" cy="5010150"/>
          </a:xfrm>
          <a:custGeom>
            <a:avLst/>
            <a:gdLst/>
            <a:ahLst/>
            <a:cxnLst>
              <a:cxn ang="0">
                <a:pos x="5302" y="3130"/>
              </a:cxn>
              <a:cxn ang="0">
                <a:pos x="5302" y="994"/>
              </a:cxn>
              <a:cxn ang="0">
                <a:pos x="5302" y="982"/>
              </a:cxn>
              <a:cxn ang="0">
                <a:pos x="5302" y="966"/>
              </a:cxn>
              <a:cxn ang="0">
                <a:pos x="5298" y="962"/>
              </a:cxn>
              <a:cxn ang="0">
                <a:pos x="5284" y="968"/>
              </a:cxn>
              <a:cxn ang="0">
                <a:pos x="5234" y="992"/>
              </a:cxn>
              <a:cxn ang="0">
                <a:pos x="5132" y="1030"/>
              </a:cxn>
              <a:cxn ang="0">
                <a:pos x="5080" y="1044"/>
              </a:cxn>
              <a:cxn ang="0">
                <a:pos x="4944" y="1076"/>
              </a:cxn>
              <a:cxn ang="0">
                <a:pos x="4806" y="1094"/>
              </a:cxn>
              <a:cxn ang="0">
                <a:pos x="4668" y="1104"/>
              </a:cxn>
              <a:cxn ang="0">
                <a:pos x="4528" y="1102"/>
              </a:cxn>
              <a:cxn ang="0">
                <a:pos x="4436" y="1098"/>
              </a:cxn>
              <a:cxn ang="0">
                <a:pos x="4254" y="1080"/>
              </a:cxn>
              <a:cxn ang="0">
                <a:pos x="4074" y="1054"/>
              </a:cxn>
              <a:cxn ang="0">
                <a:pos x="3894" y="1018"/>
              </a:cxn>
              <a:cxn ang="0">
                <a:pos x="3806" y="996"/>
              </a:cxn>
              <a:cxn ang="0">
                <a:pos x="3518" y="918"/>
              </a:cxn>
              <a:cxn ang="0">
                <a:pos x="3236" y="828"/>
              </a:cxn>
              <a:cxn ang="0">
                <a:pos x="2956" y="724"/>
              </a:cxn>
              <a:cxn ang="0">
                <a:pos x="2680" y="612"/>
              </a:cxn>
              <a:cxn ang="0">
                <a:pos x="2522" y="544"/>
              </a:cxn>
              <a:cxn ang="0">
                <a:pos x="2210" y="402"/>
              </a:cxn>
              <a:cxn ang="0">
                <a:pos x="1902" y="250"/>
              </a:cxn>
              <a:cxn ang="0">
                <a:pos x="1596" y="92"/>
              </a:cxn>
              <a:cxn ang="0">
                <a:pos x="1446" y="10"/>
              </a:cxn>
              <a:cxn ang="0">
                <a:pos x="1434" y="4"/>
              </a:cxn>
              <a:cxn ang="0">
                <a:pos x="1432" y="0"/>
              </a:cxn>
              <a:cxn ang="0">
                <a:pos x="1424" y="0"/>
              </a:cxn>
              <a:cxn ang="0">
                <a:pos x="1286" y="88"/>
              </a:cxn>
              <a:cxn ang="0">
                <a:pos x="1132" y="194"/>
              </a:cxn>
              <a:cxn ang="0">
                <a:pos x="982" y="304"/>
              </a:cxn>
              <a:cxn ang="0">
                <a:pos x="838" y="422"/>
              </a:cxn>
              <a:cxn ang="0">
                <a:pos x="702" y="548"/>
              </a:cxn>
              <a:cxn ang="0">
                <a:pos x="660" y="592"/>
              </a:cxn>
              <a:cxn ang="0">
                <a:pos x="578" y="678"/>
              </a:cxn>
              <a:cxn ang="0">
                <a:pos x="500" y="768"/>
              </a:cxn>
              <a:cxn ang="0">
                <a:pos x="428" y="862"/>
              </a:cxn>
              <a:cxn ang="0">
                <a:pos x="360" y="958"/>
              </a:cxn>
              <a:cxn ang="0">
                <a:pos x="296" y="1058"/>
              </a:cxn>
              <a:cxn ang="0">
                <a:pos x="240" y="1162"/>
              </a:cxn>
              <a:cxn ang="0">
                <a:pos x="188" y="1270"/>
              </a:cxn>
              <a:cxn ang="0">
                <a:pos x="164" y="1326"/>
              </a:cxn>
              <a:cxn ang="0">
                <a:pos x="114" y="1460"/>
              </a:cxn>
              <a:cxn ang="0">
                <a:pos x="72" y="1596"/>
              </a:cxn>
              <a:cxn ang="0">
                <a:pos x="42" y="1736"/>
              </a:cxn>
              <a:cxn ang="0">
                <a:pos x="18" y="1876"/>
              </a:cxn>
              <a:cxn ang="0">
                <a:pos x="10" y="1958"/>
              </a:cxn>
              <a:cxn ang="0">
                <a:pos x="4" y="2038"/>
              </a:cxn>
              <a:cxn ang="0">
                <a:pos x="2" y="2052"/>
              </a:cxn>
              <a:cxn ang="0">
                <a:pos x="0" y="2054"/>
              </a:cxn>
              <a:cxn ang="0">
                <a:pos x="0" y="2312"/>
              </a:cxn>
              <a:cxn ang="0">
                <a:pos x="6" y="2330"/>
              </a:cxn>
              <a:cxn ang="0">
                <a:pos x="6" y="2350"/>
              </a:cxn>
              <a:cxn ang="0">
                <a:pos x="26" y="2552"/>
              </a:cxn>
              <a:cxn ang="0">
                <a:pos x="56" y="2752"/>
              </a:cxn>
              <a:cxn ang="0">
                <a:pos x="100" y="2950"/>
              </a:cxn>
              <a:cxn ang="0">
                <a:pos x="150" y="3148"/>
              </a:cxn>
              <a:cxn ang="0">
                <a:pos x="154" y="3156"/>
              </a:cxn>
              <a:cxn ang="0">
                <a:pos x="5304" y="3156"/>
              </a:cxn>
              <a:cxn ang="0">
                <a:pos x="5302" y="3130"/>
              </a:cxn>
            </a:cxnLst>
            <a:rect l="0" t="0" r="r" b="b"/>
            <a:pathLst>
              <a:path w="5304" h="3156">
                <a:moveTo>
                  <a:pt x="5302" y="3130"/>
                </a:moveTo>
                <a:lnTo>
                  <a:pt x="5302" y="3130"/>
                </a:lnTo>
                <a:lnTo>
                  <a:pt x="5302" y="994"/>
                </a:lnTo>
                <a:lnTo>
                  <a:pt x="5302" y="994"/>
                </a:lnTo>
                <a:lnTo>
                  <a:pt x="5302" y="982"/>
                </a:lnTo>
                <a:lnTo>
                  <a:pt x="5302" y="982"/>
                </a:lnTo>
                <a:lnTo>
                  <a:pt x="5302" y="968"/>
                </a:lnTo>
                <a:lnTo>
                  <a:pt x="5302" y="966"/>
                </a:lnTo>
                <a:lnTo>
                  <a:pt x="5300" y="964"/>
                </a:lnTo>
                <a:lnTo>
                  <a:pt x="5298" y="962"/>
                </a:lnTo>
                <a:lnTo>
                  <a:pt x="5294" y="964"/>
                </a:lnTo>
                <a:lnTo>
                  <a:pt x="5284" y="968"/>
                </a:lnTo>
                <a:lnTo>
                  <a:pt x="5284" y="968"/>
                </a:lnTo>
                <a:lnTo>
                  <a:pt x="5234" y="992"/>
                </a:lnTo>
                <a:lnTo>
                  <a:pt x="5184" y="1012"/>
                </a:lnTo>
                <a:lnTo>
                  <a:pt x="5132" y="1030"/>
                </a:lnTo>
                <a:lnTo>
                  <a:pt x="5080" y="1044"/>
                </a:lnTo>
                <a:lnTo>
                  <a:pt x="5080" y="1044"/>
                </a:lnTo>
                <a:lnTo>
                  <a:pt x="5012" y="1062"/>
                </a:lnTo>
                <a:lnTo>
                  <a:pt x="4944" y="1076"/>
                </a:lnTo>
                <a:lnTo>
                  <a:pt x="4876" y="1086"/>
                </a:lnTo>
                <a:lnTo>
                  <a:pt x="4806" y="1094"/>
                </a:lnTo>
                <a:lnTo>
                  <a:pt x="4736" y="1100"/>
                </a:lnTo>
                <a:lnTo>
                  <a:pt x="4668" y="1104"/>
                </a:lnTo>
                <a:lnTo>
                  <a:pt x="4598" y="1104"/>
                </a:lnTo>
                <a:lnTo>
                  <a:pt x="4528" y="1102"/>
                </a:lnTo>
                <a:lnTo>
                  <a:pt x="4528" y="1102"/>
                </a:lnTo>
                <a:lnTo>
                  <a:pt x="4436" y="1098"/>
                </a:lnTo>
                <a:lnTo>
                  <a:pt x="4344" y="1090"/>
                </a:lnTo>
                <a:lnTo>
                  <a:pt x="4254" y="1080"/>
                </a:lnTo>
                <a:lnTo>
                  <a:pt x="4164" y="1068"/>
                </a:lnTo>
                <a:lnTo>
                  <a:pt x="4074" y="1054"/>
                </a:lnTo>
                <a:lnTo>
                  <a:pt x="3984" y="1036"/>
                </a:lnTo>
                <a:lnTo>
                  <a:pt x="3894" y="1018"/>
                </a:lnTo>
                <a:lnTo>
                  <a:pt x="3806" y="996"/>
                </a:lnTo>
                <a:lnTo>
                  <a:pt x="3806" y="996"/>
                </a:lnTo>
                <a:lnTo>
                  <a:pt x="3660" y="960"/>
                </a:lnTo>
                <a:lnTo>
                  <a:pt x="3518" y="918"/>
                </a:lnTo>
                <a:lnTo>
                  <a:pt x="3376" y="874"/>
                </a:lnTo>
                <a:lnTo>
                  <a:pt x="3236" y="828"/>
                </a:lnTo>
                <a:lnTo>
                  <a:pt x="3096" y="778"/>
                </a:lnTo>
                <a:lnTo>
                  <a:pt x="2956" y="724"/>
                </a:lnTo>
                <a:lnTo>
                  <a:pt x="2818" y="670"/>
                </a:lnTo>
                <a:lnTo>
                  <a:pt x="2680" y="612"/>
                </a:lnTo>
                <a:lnTo>
                  <a:pt x="2680" y="612"/>
                </a:lnTo>
                <a:lnTo>
                  <a:pt x="2522" y="544"/>
                </a:lnTo>
                <a:lnTo>
                  <a:pt x="2366" y="474"/>
                </a:lnTo>
                <a:lnTo>
                  <a:pt x="2210" y="402"/>
                </a:lnTo>
                <a:lnTo>
                  <a:pt x="2056" y="326"/>
                </a:lnTo>
                <a:lnTo>
                  <a:pt x="1902" y="250"/>
                </a:lnTo>
                <a:lnTo>
                  <a:pt x="1748" y="172"/>
                </a:lnTo>
                <a:lnTo>
                  <a:pt x="1596" y="92"/>
                </a:lnTo>
                <a:lnTo>
                  <a:pt x="1446" y="10"/>
                </a:lnTo>
                <a:lnTo>
                  <a:pt x="1446" y="10"/>
                </a:lnTo>
                <a:lnTo>
                  <a:pt x="1438" y="6"/>
                </a:lnTo>
                <a:lnTo>
                  <a:pt x="1434" y="4"/>
                </a:lnTo>
                <a:lnTo>
                  <a:pt x="1432" y="0"/>
                </a:lnTo>
                <a:lnTo>
                  <a:pt x="1432" y="0"/>
                </a:lnTo>
                <a:lnTo>
                  <a:pt x="1424" y="0"/>
                </a:lnTo>
                <a:lnTo>
                  <a:pt x="1424" y="0"/>
                </a:lnTo>
                <a:lnTo>
                  <a:pt x="1286" y="88"/>
                </a:lnTo>
                <a:lnTo>
                  <a:pt x="1286" y="88"/>
                </a:lnTo>
                <a:lnTo>
                  <a:pt x="1208" y="140"/>
                </a:lnTo>
                <a:lnTo>
                  <a:pt x="1132" y="194"/>
                </a:lnTo>
                <a:lnTo>
                  <a:pt x="1056" y="248"/>
                </a:lnTo>
                <a:lnTo>
                  <a:pt x="982" y="304"/>
                </a:lnTo>
                <a:lnTo>
                  <a:pt x="910" y="362"/>
                </a:lnTo>
                <a:lnTo>
                  <a:pt x="838" y="422"/>
                </a:lnTo>
                <a:lnTo>
                  <a:pt x="770" y="484"/>
                </a:lnTo>
                <a:lnTo>
                  <a:pt x="702" y="548"/>
                </a:lnTo>
                <a:lnTo>
                  <a:pt x="702" y="548"/>
                </a:lnTo>
                <a:lnTo>
                  <a:pt x="660" y="592"/>
                </a:lnTo>
                <a:lnTo>
                  <a:pt x="618" y="634"/>
                </a:lnTo>
                <a:lnTo>
                  <a:pt x="578" y="678"/>
                </a:lnTo>
                <a:lnTo>
                  <a:pt x="538" y="724"/>
                </a:lnTo>
                <a:lnTo>
                  <a:pt x="500" y="768"/>
                </a:lnTo>
                <a:lnTo>
                  <a:pt x="464" y="814"/>
                </a:lnTo>
                <a:lnTo>
                  <a:pt x="428" y="862"/>
                </a:lnTo>
                <a:lnTo>
                  <a:pt x="392" y="910"/>
                </a:lnTo>
                <a:lnTo>
                  <a:pt x="360" y="958"/>
                </a:lnTo>
                <a:lnTo>
                  <a:pt x="328" y="1008"/>
                </a:lnTo>
                <a:lnTo>
                  <a:pt x="296" y="1058"/>
                </a:lnTo>
                <a:lnTo>
                  <a:pt x="268" y="1110"/>
                </a:lnTo>
                <a:lnTo>
                  <a:pt x="240" y="1162"/>
                </a:lnTo>
                <a:lnTo>
                  <a:pt x="212" y="1216"/>
                </a:lnTo>
                <a:lnTo>
                  <a:pt x="188" y="1270"/>
                </a:lnTo>
                <a:lnTo>
                  <a:pt x="164" y="1326"/>
                </a:lnTo>
                <a:lnTo>
                  <a:pt x="164" y="1326"/>
                </a:lnTo>
                <a:lnTo>
                  <a:pt x="136" y="1392"/>
                </a:lnTo>
                <a:lnTo>
                  <a:pt x="114" y="1460"/>
                </a:lnTo>
                <a:lnTo>
                  <a:pt x="92" y="1528"/>
                </a:lnTo>
                <a:lnTo>
                  <a:pt x="72" y="1596"/>
                </a:lnTo>
                <a:lnTo>
                  <a:pt x="56" y="1666"/>
                </a:lnTo>
                <a:lnTo>
                  <a:pt x="42" y="1736"/>
                </a:lnTo>
                <a:lnTo>
                  <a:pt x="28" y="1806"/>
                </a:lnTo>
                <a:lnTo>
                  <a:pt x="18" y="1876"/>
                </a:lnTo>
                <a:lnTo>
                  <a:pt x="18" y="1876"/>
                </a:lnTo>
                <a:lnTo>
                  <a:pt x="10" y="1958"/>
                </a:lnTo>
                <a:lnTo>
                  <a:pt x="4" y="2038"/>
                </a:lnTo>
                <a:lnTo>
                  <a:pt x="4" y="2038"/>
                </a:lnTo>
                <a:lnTo>
                  <a:pt x="4" y="2048"/>
                </a:lnTo>
                <a:lnTo>
                  <a:pt x="2" y="2052"/>
                </a:lnTo>
                <a:lnTo>
                  <a:pt x="0" y="2054"/>
                </a:lnTo>
                <a:lnTo>
                  <a:pt x="0" y="2054"/>
                </a:lnTo>
                <a:lnTo>
                  <a:pt x="0" y="2312"/>
                </a:lnTo>
                <a:lnTo>
                  <a:pt x="0" y="2312"/>
                </a:lnTo>
                <a:lnTo>
                  <a:pt x="4" y="2320"/>
                </a:lnTo>
                <a:lnTo>
                  <a:pt x="6" y="2330"/>
                </a:lnTo>
                <a:lnTo>
                  <a:pt x="6" y="2350"/>
                </a:lnTo>
                <a:lnTo>
                  <a:pt x="6" y="2350"/>
                </a:lnTo>
                <a:lnTo>
                  <a:pt x="14" y="2452"/>
                </a:lnTo>
                <a:lnTo>
                  <a:pt x="26" y="2552"/>
                </a:lnTo>
                <a:lnTo>
                  <a:pt x="40" y="2652"/>
                </a:lnTo>
                <a:lnTo>
                  <a:pt x="56" y="2752"/>
                </a:lnTo>
                <a:lnTo>
                  <a:pt x="76" y="2852"/>
                </a:lnTo>
                <a:lnTo>
                  <a:pt x="100" y="2950"/>
                </a:lnTo>
                <a:lnTo>
                  <a:pt x="124" y="3050"/>
                </a:lnTo>
                <a:lnTo>
                  <a:pt x="150" y="3148"/>
                </a:lnTo>
                <a:lnTo>
                  <a:pt x="150" y="3148"/>
                </a:lnTo>
                <a:lnTo>
                  <a:pt x="154" y="3156"/>
                </a:lnTo>
                <a:lnTo>
                  <a:pt x="154" y="3156"/>
                </a:lnTo>
                <a:lnTo>
                  <a:pt x="5304" y="3156"/>
                </a:lnTo>
                <a:lnTo>
                  <a:pt x="5304" y="3156"/>
                </a:lnTo>
                <a:lnTo>
                  <a:pt x="5302" y="3130"/>
                </a:lnTo>
                <a:lnTo>
                  <a:pt x="5302" y="313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5016499" y="3644152"/>
            <a:ext cx="6899275" cy="14498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>
            <a:noAutofit/>
          </a:bodyPr>
          <a:lstStyle>
            <a:lvl1pPr algn="l">
              <a:lnSpc>
                <a:spcPts val="3000"/>
              </a:lnSpc>
              <a:defRPr lang="en-US" sz="2600" b="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 dirty="0"/>
              <a:t>Click to insert title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016499" y="5236923"/>
            <a:ext cx="6899275" cy="1223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 dirty="0"/>
              <a:t>Click to insert presenter, location, and date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8A7F2DC0-BF36-48D5-AAB0-DE89725323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5" t="25237" r="7003" b="27219"/>
          <a:stretch/>
        </p:blipFill>
        <p:spPr>
          <a:xfrm>
            <a:off x="551384" y="724932"/>
            <a:ext cx="6120000" cy="83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80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 userDrawn="1">
          <p15:clr>
            <a:srgbClr val="FBAE40"/>
          </p15:clr>
        </p15:guide>
        <p15:guide id="2" pos="257" userDrawn="1">
          <p15:clr>
            <a:srgbClr val="FBAE40"/>
          </p15:clr>
        </p15:guide>
        <p15:guide id="3" pos="31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">
    <p:bg>
      <p:bgPr>
        <a:solidFill>
          <a:srgbClr val="E6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Freeform 9">
            <a:extLst>
              <a:ext uri="{FF2B5EF4-FFF2-40B4-BE49-F238E27FC236}">
                <a16:creationId xmlns:a16="http://schemas.microsoft.com/office/drawing/2014/main" id="{49E27DC5-0E94-4161-ADB3-F3B33A33AFED}"/>
              </a:ext>
            </a:extLst>
          </p:cNvPr>
          <p:cNvSpPr>
            <a:spLocks/>
          </p:cNvSpPr>
          <p:nvPr userDrawn="1"/>
        </p:nvSpPr>
        <p:spPr bwMode="auto">
          <a:xfrm rot="5400000" flipH="1">
            <a:off x="-760396" y="-2458091"/>
            <a:ext cx="9115703" cy="9516479"/>
          </a:xfrm>
          <a:custGeom>
            <a:avLst/>
            <a:gdLst>
              <a:gd name="T0" fmla="*/ 0 w 1413"/>
              <a:gd name="T1" fmla="*/ 1323 h 1473"/>
              <a:gd name="T2" fmla="*/ 1413 w 1413"/>
              <a:gd name="T3" fmla="*/ 1323 h 1473"/>
              <a:gd name="T4" fmla="*/ 1413 w 1413"/>
              <a:gd name="T5" fmla="*/ 807 h 1473"/>
              <a:gd name="T6" fmla="*/ 636 w 1413"/>
              <a:gd name="T7" fmla="*/ 1012 h 1473"/>
              <a:gd name="T8" fmla="*/ 438 w 1413"/>
              <a:gd name="T9" fmla="*/ 629 h 1473"/>
              <a:gd name="T10" fmla="*/ 449 w 1413"/>
              <a:gd name="T11" fmla="*/ 0 h 1473"/>
              <a:gd name="T12" fmla="*/ 0 w 1413"/>
              <a:gd name="T13" fmla="*/ 70 h 1473"/>
              <a:gd name="T14" fmla="*/ 0 w 1413"/>
              <a:gd name="T15" fmla="*/ 1323 h 14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13" h="1473">
                <a:moveTo>
                  <a:pt x="0" y="1323"/>
                </a:moveTo>
                <a:cubicBezTo>
                  <a:pt x="1413" y="1323"/>
                  <a:pt x="1413" y="1323"/>
                  <a:pt x="1413" y="1323"/>
                </a:cubicBezTo>
                <a:cubicBezTo>
                  <a:pt x="1413" y="807"/>
                  <a:pt x="1413" y="807"/>
                  <a:pt x="1413" y="807"/>
                </a:cubicBezTo>
                <a:cubicBezTo>
                  <a:pt x="1413" y="807"/>
                  <a:pt x="1189" y="551"/>
                  <a:pt x="636" y="1012"/>
                </a:cubicBezTo>
                <a:cubicBezTo>
                  <a:pt x="84" y="1473"/>
                  <a:pt x="240" y="940"/>
                  <a:pt x="438" y="629"/>
                </a:cubicBezTo>
                <a:cubicBezTo>
                  <a:pt x="636" y="318"/>
                  <a:pt x="669" y="133"/>
                  <a:pt x="449" y="0"/>
                </a:cubicBezTo>
                <a:cubicBezTo>
                  <a:pt x="136" y="171"/>
                  <a:pt x="33" y="119"/>
                  <a:pt x="0" y="70"/>
                </a:cubicBezTo>
                <a:lnTo>
                  <a:pt x="0" y="132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76200" dist="38100" algn="tl" rotWithShape="0">
              <a:schemeClr val="tx1">
                <a:alpha val="20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557F3EC6-6AB7-49CB-8BF2-B714521A09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5" t="25237" r="7003" b="27219"/>
          <a:stretch/>
        </p:blipFill>
        <p:spPr>
          <a:xfrm>
            <a:off x="5519936" y="724932"/>
            <a:ext cx="6120000" cy="83186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5591944" y="2536483"/>
            <a:ext cx="4774258" cy="14751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>
            <a:noAutofit/>
          </a:bodyPr>
          <a:lstStyle>
            <a:lvl1pPr>
              <a:defRPr lang="en-US" sz="2600" b="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 dirty="0"/>
              <a:t>Click to insert title</a:t>
            </a:r>
          </a:p>
        </p:txBody>
      </p:sp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91944" y="4365277"/>
            <a:ext cx="4774257" cy="1223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 dirty="0"/>
              <a:t>Click to insert presenter, location, and date</a:t>
            </a:r>
          </a:p>
        </p:txBody>
      </p:sp>
    </p:spTree>
    <p:extLst>
      <p:ext uri="{BB962C8B-B14F-4D97-AF65-F5344CB8AC3E}">
        <p14:creationId xmlns:p14="http://schemas.microsoft.com/office/powerpoint/2010/main" val="3919349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39" userDrawn="1">
          <p15:clr>
            <a:srgbClr val="FBAE40"/>
          </p15:clr>
        </p15:guide>
        <p15:guide id="2" pos="25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e 13">
            <a:extLst>
              <a:ext uri="{FF2B5EF4-FFF2-40B4-BE49-F238E27FC236}">
                <a16:creationId xmlns:a16="http://schemas.microsoft.com/office/drawing/2014/main" id="{64592B57-BCDC-46B2-904B-5A7FDEA22156}"/>
              </a:ext>
            </a:extLst>
          </p:cNvPr>
          <p:cNvGrpSpPr/>
          <p:nvPr userDrawn="1"/>
        </p:nvGrpSpPr>
        <p:grpSpPr>
          <a:xfrm rot="10800000">
            <a:off x="0" y="-583910"/>
            <a:ext cx="8184232" cy="7441910"/>
            <a:chOff x="3847179" y="1294078"/>
            <a:chExt cx="4118037" cy="3744526"/>
          </a:xfrm>
        </p:grpSpPr>
        <p:sp>
          <p:nvSpPr>
            <p:cNvPr id="25" name="Forme libre : forme 24">
              <a:extLst>
                <a:ext uri="{FF2B5EF4-FFF2-40B4-BE49-F238E27FC236}">
                  <a16:creationId xmlns:a16="http://schemas.microsoft.com/office/drawing/2014/main" id="{F6855C7D-FB6F-4A0D-99F6-3523A5DB1407}"/>
                </a:ext>
              </a:extLst>
            </p:cNvPr>
            <p:cNvSpPr/>
            <p:nvPr/>
          </p:nvSpPr>
          <p:spPr>
            <a:xfrm>
              <a:off x="4193316" y="2714504"/>
              <a:ext cx="3771900" cy="2324100"/>
            </a:xfrm>
            <a:custGeom>
              <a:avLst/>
              <a:gdLst>
                <a:gd name="connsiteX0" fmla="*/ 3770471 w 3771900"/>
                <a:gd name="connsiteY0" fmla="*/ 1651908 h 2324100"/>
                <a:gd name="connsiteX1" fmla="*/ 2411540 w 3771900"/>
                <a:gd name="connsiteY1" fmla="*/ 35897 h 2324100"/>
                <a:gd name="connsiteX2" fmla="*/ 976694 w 3771900"/>
                <a:gd name="connsiteY2" fmla="*/ 559486 h 2324100"/>
                <a:gd name="connsiteX3" fmla="*/ 7144 w 3771900"/>
                <a:gd name="connsiteY3" fmla="*/ 633686 h 2324100"/>
                <a:gd name="connsiteX4" fmla="*/ 3773710 w 3771900"/>
                <a:gd name="connsiteY4" fmla="*/ 2321421 h 2324100"/>
                <a:gd name="connsiteX5" fmla="*/ 3770471 w 3771900"/>
                <a:gd name="connsiteY5" fmla="*/ 1651908 h 2324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71900" h="2324100">
                  <a:moveTo>
                    <a:pt x="3770471" y="1651908"/>
                  </a:moveTo>
                  <a:cubicBezTo>
                    <a:pt x="3318605" y="1380732"/>
                    <a:pt x="2548319" y="213919"/>
                    <a:pt x="2411540" y="35897"/>
                  </a:cubicBezTo>
                  <a:cubicBezTo>
                    <a:pt x="2099405" y="-85642"/>
                    <a:pt x="1609249" y="195060"/>
                    <a:pt x="976694" y="559486"/>
                  </a:cubicBezTo>
                  <a:cubicBezTo>
                    <a:pt x="388620" y="898291"/>
                    <a:pt x="51530" y="667786"/>
                    <a:pt x="7144" y="633686"/>
                  </a:cubicBezTo>
                  <a:cubicBezTo>
                    <a:pt x="793052" y="1266241"/>
                    <a:pt x="2403253" y="1964329"/>
                    <a:pt x="3773710" y="2321421"/>
                  </a:cubicBezTo>
                  <a:cubicBezTo>
                    <a:pt x="3773805" y="2144447"/>
                    <a:pt x="3770471" y="1814881"/>
                    <a:pt x="3770471" y="1651908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81910F3B-3232-4E33-8A3C-C9ECA9724E12}"/>
                </a:ext>
              </a:extLst>
            </p:cNvPr>
            <p:cNvSpPr/>
            <p:nvPr/>
          </p:nvSpPr>
          <p:spPr>
            <a:xfrm>
              <a:off x="3847179" y="1294078"/>
              <a:ext cx="4114800" cy="3086100"/>
            </a:xfrm>
            <a:custGeom>
              <a:avLst/>
              <a:gdLst>
                <a:gd name="connsiteX0" fmla="*/ 4116608 w 4114800"/>
                <a:gd name="connsiteY0" fmla="*/ 7144 h 3086100"/>
                <a:gd name="connsiteX1" fmla="*/ 377379 w 4114800"/>
                <a:gd name="connsiteY1" fmla="*/ 7144 h 3086100"/>
                <a:gd name="connsiteX2" fmla="*/ 348233 w 4114800"/>
                <a:gd name="connsiteY2" fmla="*/ 2061591 h 3086100"/>
                <a:gd name="connsiteX3" fmla="*/ 353376 w 4114800"/>
                <a:gd name="connsiteY3" fmla="*/ 2065687 h 3086100"/>
                <a:gd name="connsiteX4" fmla="*/ 1322926 w 4114800"/>
                <a:gd name="connsiteY4" fmla="*/ 1991487 h 3086100"/>
                <a:gd name="connsiteX5" fmla="*/ 2757677 w 4114800"/>
                <a:gd name="connsiteY5" fmla="*/ 1467898 h 3086100"/>
                <a:gd name="connsiteX6" fmla="*/ 4116608 w 4114800"/>
                <a:gd name="connsiteY6" fmla="*/ 3083909 h 3086100"/>
                <a:gd name="connsiteX7" fmla="*/ 4116608 w 4114800"/>
                <a:gd name="connsiteY7" fmla="*/ 7144 h 3086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14800" h="3086100">
                  <a:moveTo>
                    <a:pt x="4116608" y="7144"/>
                  </a:moveTo>
                  <a:lnTo>
                    <a:pt x="377379" y="7144"/>
                  </a:lnTo>
                  <a:cubicBezTo>
                    <a:pt x="377379" y="7144"/>
                    <a:pt x="-435865" y="1427893"/>
                    <a:pt x="348233" y="2061591"/>
                  </a:cubicBezTo>
                  <a:cubicBezTo>
                    <a:pt x="349852" y="2062925"/>
                    <a:pt x="351661" y="2064353"/>
                    <a:pt x="353376" y="2065687"/>
                  </a:cubicBezTo>
                  <a:cubicBezTo>
                    <a:pt x="397858" y="2099786"/>
                    <a:pt x="734852" y="2330387"/>
                    <a:pt x="1322926" y="1991487"/>
                  </a:cubicBezTo>
                  <a:cubicBezTo>
                    <a:pt x="1955481" y="1627061"/>
                    <a:pt x="2445638" y="1346359"/>
                    <a:pt x="2757677" y="1467898"/>
                  </a:cubicBezTo>
                  <a:cubicBezTo>
                    <a:pt x="2894456" y="1645920"/>
                    <a:pt x="3664838" y="2812733"/>
                    <a:pt x="4116608" y="3083909"/>
                  </a:cubicBezTo>
                  <a:cubicBezTo>
                    <a:pt x="4116608" y="2760916"/>
                    <a:pt x="4116608" y="7144"/>
                    <a:pt x="4116608" y="7144"/>
                  </a:cubicBezTo>
                </a:path>
              </a:pathLst>
            </a:custGeom>
            <a:solidFill>
              <a:srgbClr val="0075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9" name="Object 8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5C674D03-4995-4743-8CE4-61CF32CFBD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2035" y="3502732"/>
            <a:ext cx="3558066" cy="205865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  <a:lvl2pPr marL="457200" indent="0">
              <a:buNone/>
              <a:defRPr sz="6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insert section title</a:t>
            </a:r>
            <a:endParaRPr lang="pt-PT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37310" y="5571206"/>
            <a:ext cx="3558066" cy="6829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>
            <a:lvl1pPr marL="0" marR="0" indent="0" algn="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4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 dirty="0"/>
              <a:t>Click to insert presenter, location and date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9B094B5A-7617-4918-B4B1-E58924F906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5" t="25237" r="7003" b="27219"/>
          <a:stretch/>
        </p:blipFill>
        <p:spPr>
          <a:xfrm>
            <a:off x="5519936" y="724932"/>
            <a:ext cx="6120000" cy="83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475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39">
          <p15:clr>
            <a:srgbClr val="FBAE40"/>
          </p15:clr>
        </p15:guide>
        <p15:guide id="2" pos="25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11.xml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ags" Target="../tags/tag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Object 20" hidden="1"/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270" imgH="270" progId="TCLayout.ActiveDocument.1">
                  <p:embed/>
                </p:oleObj>
              </mc:Choice>
              <mc:Fallback>
                <p:oleObj name="think-cell Slide" r:id="rId11" imgW="270" imgH="270" progId="TCLayout.ActiveDocument.1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e 1"/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4109" name="Freeform 13"/>
            <p:cNvSpPr>
              <a:spLocks/>
            </p:cNvSpPr>
            <p:nvPr userDrawn="1"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4110" name="Freeform 14"/>
            <p:cNvSpPr>
              <a:spLocks/>
            </p:cNvSpPr>
            <p:nvPr userDrawn="1"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sp>
        <p:nvSpPr>
          <p:cNvPr id="7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 userDrawn="1"/>
        </p:nvSpPr>
        <p:spPr>
          <a:xfrm>
            <a:off x="11751670" y="6650661"/>
            <a:ext cx="176330" cy="123111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schemeClr val="bg1">
                    <a:lumMod val="65000"/>
                  </a:schemeClr>
                </a:solidFill>
                <a:cs typeface="Arial" panose="020B0604020202020204" pitchFamily="34" charset="0"/>
              </a:rPr>
              <a:pPr algn="r"/>
              <a:t>‹#›</a:t>
            </a:fld>
            <a:endParaRPr lang="en-US" sz="800" dirty="0">
              <a:solidFill>
                <a:schemeClr val="bg1">
                  <a:lumMod val="6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E824319D-02CC-441E-87B5-E9D15DE8CA35}"/>
              </a:ext>
            </a:extLst>
          </p:cNvPr>
          <p:cNvSpPr txBox="1">
            <a:spLocks/>
          </p:cNvSpPr>
          <p:nvPr userDrawn="1"/>
        </p:nvSpPr>
        <p:spPr>
          <a:xfrm>
            <a:off x="9017223" y="6650661"/>
            <a:ext cx="2664297" cy="12311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700" dirty="0">
                <a:solidFill>
                  <a:schemeClr val="bg1">
                    <a:lumMod val="65000"/>
                  </a:schemeClr>
                </a:solidFill>
              </a:rPr>
              <a:t>© Capgemini 2021. All rights reserved  </a:t>
            </a:r>
            <a:r>
              <a:rPr lang="en-US" sz="700" dirty="0">
                <a:solidFill>
                  <a:schemeClr val="accent2"/>
                </a:solidFill>
              </a:rPr>
              <a:t>|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24319D-02CC-441E-87B5-E9D15DE8CA35}"/>
              </a:ext>
            </a:extLst>
          </p:cNvPr>
          <p:cNvSpPr txBox="1">
            <a:spLocks/>
          </p:cNvSpPr>
          <p:nvPr userDrawn="1"/>
        </p:nvSpPr>
        <p:spPr>
          <a:xfrm>
            <a:off x="227348" y="6650661"/>
            <a:ext cx="4716524" cy="123111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00" dirty="0">
                <a:solidFill>
                  <a:schemeClr val="bg1">
                    <a:lumMod val="65000"/>
                  </a:schemeClr>
                </a:solidFill>
              </a:rPr>
              <a:t>Presentation Title | Author | Date</a:t>
            </a:r>
          </a:p>
        </p:txBody>
      </p:sp>
      <p:sp>
        <p:nvSpPr>
          <p:cNvPr id="4" name="Espace réservé du texte 3"/>
          <p:cNvSpPr>
            <a:spLocks noGrp="1"/>
          </p:cNvSpPr>
          <p:nvPr userDrawn="1">
            <p:ph type="body" idx="1"/>
          </p:nvPr>
        </p:nvSpPr>
        <p:spPr>
          <a:xfrm>
            <a:off x="227348" y="1815352"/>
            <a:ext cx="11700000" cy="446620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9" name="Espace réservé du titre 8"/>
          <p:cNvSpPr>
            <a:spLocks noGrp="1"/>
          </p:cNvSpPr>
          <p:nvPr>
            <p:ph type="title"/>
          </p:nvPr>
        </p:nvSpPr>
        <p:spPr>
          <a:xfrm>
            <a:off x="227349" y="0"/>
            <a:ext cx="11125236" cy="11049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Click to insert </a:t>
            </a:r>
            <a:r>
              <a:rPr lang="fr-FR" dirty="0" err="1"/>
              <a:t>title</a:t>
            </a:r>
            <a:endParaRPr lang="en-US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231F4250-75BE-456B-A9D8-680BA4145249}"/>
              </a:ext>
            </a:extLst>
          </p:cNvPr>
          <p:cNvGrpSpPr/>
          <p:nvPr userDrawn="1"/>
        </p:nvGrpSpPr>
        <p:grpSpPr>
          <a:xfrm>
            <a:off x="12355040" y="33161"/>
            <a:ext cx="360000" cy="1800000"/>
            <a:chOff x="12355040" y="33161"/>
            <a:chExt cx="360000" cy="1800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1244FD-1856-4971-9A73-AD6DF3F42A90}"/>
                </a:ext>
              </a:extLst>
            </p:cNvPr>
            <p:cNvSpPr/>
            <p:nvPr userDrawn="1"/>
          </p:nvSpPr>
          <p:spPr>
            <a:xfrm>
              <a:off x="12355040" y="33161"/>
              <a:ext cx="360000" cy="360000"/>
            </a:xfrm>
            <a:prstGeom prst="rect">
              <a:avLst/>
            </a:prstGeom>
            <a:solidFill>
              <a:srgbClr val="0070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2B40C78-6F20-4C95-AB26-B29FEC0FF747}"/>
                </a:ext>
              </a:extLst>
            </p:cNvPr>
            <p:cNvSpPr/>
            <p:nvPr userDrawn="1"/>
          </p:nvSpPr>
          <p:spPr>
            <a:xfrm>
              <a:off x="12355040" y="393161"/>
              <a:ext cx="360000" cy="36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AED4E7D-39CE-49AE-9D4C-16EA940CBE5F}"/>
                </a:ext>
              </a:extLst>
            </p:cNvPr>
            <p:cNvSpPr/>
            <p:nvPr userDrawn="1"/>
          </p:nvSpPr>
          <p:spPr>
            <a:xfrm>
              <a:off x="12355040" y="753161"/>
              <a:ext cx="360000" cy="360000"/>
            </a:xfrm>
            <a:prstGeom prst="rect">
              <a:avLst/>
            </a:prstGeom>
            <a:solidFill>
              <a:srgbClr val="2B0A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92DC803-B0F7-4D0E-81CA-9DDCB14FA42C}"/>
                </a:ext>
              </a:extLst>
            </p:cNvPr>
            <p:cNvSpPr/>
            <p:nvPr userDrawn="1"/>
          </p:nvSpPr>
          <p:spPr>
            <a:xfrm>
              <a:off x="12355040" y="1113161"/>
              <a:ext cx="360000" cy="360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3C5671A-353B-4887-BEEF-56CEFAE8D83D}"/>
                </a:ext>
              </a:extLst>
            </p:cNvPr>
            <p:cNvSpPr/>
            <p:nvPr userDrawn="1"/>
          </p:nvSpPr>
          <p:spPr>
            <a:xfrm>
              <a:off x="12355040" y="1473161"/>
              <a:ext cx="360000" cy="36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 dirty="0"/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CC6ACEFF-8651-4C08-BAF6-3BFAE6473DAF}"/>
              </a:ext>
            </a:extLst>
          </p:cNvPr>
          <p:cNvGrpSpPr/>
          <p:nvPr userDrawn="1"/>
        </p:nvGrpSpPr>
        <p:grpSpPr>
          <a:xfrm>
            <a:off x="12355040" y="1954479"/>
            <a:ext cx="360000" cy="4875772"/>
            <a:chOff x="12355040" y="1954479"/>
            <a:chExt cx="360000" cy="487577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27E2B2B-AB85-4173-AB1F-61084925AA83}"/>
                </a:ext>
              </a:extLst>
            </p:cNvPr>
            <p:cNvSpPr/>
            <p:nvPr userDrawn="1"/>
          </p:nvSpPr>
          <p:spPr>
            <a:xfrm>
              <a:off x="12355040" y="1954479"/>
              <a:ext cx="360000" cy="360000"/>
            </a:xfrm>
            <a:prstGeom prst="rect">
              <a:avLst/>
            </a:prstGeom>
            <a:solidFill>
              <a:srgbClr val="80B8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marL="58738" algn="ctr">
                <a:spcAft>
                  <a:spcPts val="300"/>
                </a:spcAft>
              </a:pPr>
              <a:endParaRPr lang="en-GB" sz="900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DDEBD8A-CA0B-4D62-9426-DFB2D4742184}"/>
                </a:ext>
              </a:extLst>
            </p:cNvPr>
            <p:cNvSpPr/>
            <p:nvPr userDrawn="1"/>
          </p:nvSpPr>
          <p:spPr>
            <a:xfrm>
              <a:off x="12355040" y="2301846"/>
              <a:ext cx="360000" cy="360000"/>
            </a:xfrm>
            <a:prstGeom prst="rect">
              <a:avLst/>
            </a:prstGeom>
            <a:solidFill>
              <a:srgbClr val="88D5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marL="58738" algn="ctr">
                <a:spcAft>
                  <a:spcPts val="300"/>
                </a:spcAft>
              </a:pPr>
              <a:endParaRPr lang="en-GB" sz="900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5515214-3AFD-4A2B-95C5-2FDFF59A1BE2}"/>
                </a:ext>
              </a:extLst>
            </p:cNvPr>
            <p:cNvSpPr/>
            <p:nvPr userDrawn="1"/>
          </p:nvSpPr>
          <p:spPr>
            <a:xfrm>
              <a:off x="12355040" y="5080782"/>
              <a:ext cx="360000" cy="360000"/>
            </a:xfrm>
            <a:prstGeom prst="rect">
              <a:avLst/>
            </a:prstGeom>
            <a:solidFill>
              <a:srgbClr val="6D64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674829A-E5EF-4140-B9ED-AC7745AB028D}"/>
                </a:ext>
              </a:extLst>
            </p:cNvPr>
            <p:cNvSpPr/>
            <p:nvPr userDrawn="1"/>
          </p:nvSpPr>
          <p:spPr>
            <a:xfrm>
              <a:off x="12355040" y="6470251"/>
              <a:ext cx="360000" cy="360000"/>
            </a:xfrm>
            <a:prstGeom prst="rect">
              <a:avLst/>
            </a:prstGeom>
            <a:solidFill>
              <a:srgbClr val="FF632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59B3FCE-0262-45FE-BE39-9459C5BC7FEE}"/>
                </a:ext>
              </a:extLst>
            </p:cNvPr>
            <p:cNvSpPr/>
            <p:nvPr userDrawn="1"/>
          </p:nvSpPr>
          <p:spPr>
            <a:xfrm>
              <a:off x="12355040" y="4038681"/>
              <a:ext cx="360000" cy="360000"/>
            </a:xfrm>
            <a:prstGeom prst="rect">
              <a:avLst/>
            </a:prstGeom>
            <a:solidFill>
              <a:srgbClr val="C8FF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5D692DE-D6DE-4022-9F2F-5F8C1403E4D0}"/>
                </a:ext>
              </a:extLst>
            </p:cNvPr>
            <p:cNvSpPr/>
            <p:nvPr userDrawn="1"/>
          </p:nvSpPr>
          <p:spPr>
            <a:xfrm>
              <a:off x="12355040" y="4733415"/>
              <a:ext cx="360000" cy="360000"/>
            </a:xfrm>
            <a:prstGeom prst="rect">
              <a:avLst/>
            </a:prstGeom>
            <a:solidFill>
              <a:srgbClr val="7E39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5EEF2F0-E01D-4851-96E7-30214EC78A3B}"/>
                </a:ext>
              </a:extLst>
            </p:cNvPr>
            <p:cNvSpPr/>
            <p:nvPr userDrawn="1"/>
          </p:nvSpPr>
          <p:spPr>
            <a:xfrm>
              <a:off x="12355040" y="3691314"/>
              <a:ext cx="360000" cy="360000"/>
            </a:xfrm>
            <a:prstGeom prst="rect">
              <a:avLst/>
            </a:prstGeom>
            <a:solidFill>
              <a:srgbClr val="00C3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68B1DDD-74B0-4453-A996-5BA8693FF545}"/>
                </a:ext>
              </a:extLst>
            </p:cNvPr>
            <p:cNvSpPr/>
            <p:nvPr userDrawn="1"/>
          </p:nvSpPr>
          <p:spPr>
            <a:xfrm>
              <a:off x="12355040" y="2649213"/>
              <a:ext cx="360000" cy="360000"/>
            </a:xfrm>
            <a:prstGeom prst="rect">
              <a:avLst/>
            </a:prstGeom>
            <a:solidFill>
              <a:srgbClr val="1563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809D5E9-1B2A-4D30-A4DD-47B7C9BBCEDC}"/>
                </a:ext>
              </a:extLst>
            </p:cNvPr>
            <p:cNvSpPr/>
            <p:nvPr userDrawn="1"/>
          </p:nvSpPr>
          <p:spPr>
            <a:xfrm>
              <a:off x="12355040" y="2996580"/>
              <a:ext cx="360000" cy="360000"/>
            </a:xfrm>
            <a:prstGeom prst="rect">
              <a:avLst/>
            </a:prstGeom>
            <a:solidFill>
              <a:srgbClr val="0F99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95FF3A0-94CA-40BA-AF81-B777FF5FD489}"/>
                </a:ext>
              </a:extLst>
            </p:cNvPr>
            <p:cNvSpPr/>
            <p:nvPr userDrawn="1"/>
          </p:nvSpPr>
          <p:spPr>
            <a:xfrm>
              <a:off x="12355040" y="3343947"/>
              <a:ext cx="360000" cy="360000"/>
            </a:xfrm>
            <a:prstGeom prst="rect">
              <a:avLst/>
            </a:prstGeom>
            <a:solidFill>
              <a:srgbClr val="01D1D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F83F12C-5135-43B7-B1D8-A0A72DB85AED}"/>
                </a:ext>
              </a:extLst>
            </p:cNvPr>
            <p:cNvSpPr/>
            <p:nvPr userDrawn="1"/>
          </p:nvSpPr>
          <p:spPr>
            <a:xfrm>
              <a:off x="12355040" y="6122883"/>
              <a:ext cx="360000" cy="360000"/>
            </a:xfrm>
            <a:prstGeom prst="rect">
              <a:avLst/>
            </a:prstGeom>
            <a:solidFill>
              <a:srgbClr val="FF7E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56CA1CF-2C4A-42DA-94F5-CB5E5B47F24B}"/>
                </a:ext>
              </a:extLst>
            </p:cNvPr>
            <p:cNvSpPr/>
            <p:nvPr userDrawn="1"/>
          </p:nvSpPr>
          <p:spPr>
            <a:xfrm>
              <a:off x="12355040" y="5775516"/>
              <a:ext cx="360000" cy="360000"/>
            </a:xfrm>
            <a:prstGeom prst="rect">
              <a:avLst/>
            </a:prstGeom>
            <a:solidFill>
              <a:srgbClr val="CB29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7F07AFA-8569-4B3B-854A-60B26629D96D}"/>
                </a:ext>
              </a:extLst>
            </p:cNvPr>
            <p:cNvSpPr/>
            <p:nvPr userDrawn="1"/>
          </p:nvSpPr>
          <p:spPr>
            <a:xfrm>
              <a:off x="12355040" y="5428149"/>
              <a:ext cx="360000" cy="360000"/>
            </a:xfrm>
            <a:prstGeom prst="rect">
              <a:avLst/>
            </a:prstGeom>
            <a:solidFill>
              <a:srgbClr val="8608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103554C-8B73-4C9A-AFFF-55D6E47A0E76}"/>
                </a:ext>
              </a:extLst>
            </p:cNvPr>
            <p:cNvSpPr/>
            <p:nvPr userDrawn="1"/>
          </p:nvSpPr>
          <p:spPr>
            <a:xfrm>
              <a:off x="12355040" y="4386048"/>
              <a:ext cx="360000" cy="360000"/>
            </a:xfrm>
            <a:prstGeom prst="rect">
              <a:avLst/>
            </a:prstGeom>
            <a:solidFill>
              <a:srgbClr val="4701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62778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7" r:id="rId2"/>
    <p:sldLayoutId id="2147483831" r:id="rId3"/>
    <p:sldLayoutId id="2147483833" r:id="rId4"/>
    <p:sldLayoutId id="2147483837" r:id="rId5"/>
    <p:sldLayoutId id="2147483834" r:id="rId6"/>
    <p:sldLayoutId id="2147483821" r:id="rId7"/>
    <p:sldLayoutId id="2147483877" r:id="rId8"/>
  </p:sldLayoutIdLst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3000" b="0" i="0" u="none" strike="noStrike" kern="1200" cap="none" spc="0" normalizeH="0" baseline="0" noProof="0" dirty="0">
          <a:ln>
            <a:noFill/>
          </a:ln>
          <a:solidFill>
            <a:schemeClr val="accent1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j-lt"/>
          <a:ea typeface="+mn-ea"/>
          <a:cs typeface="+mn-cs"/>
        </a:defRPr>
      </a:lvl1pPr>
      <a:lvl2pPr marL="266700" indent="-1778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j-lt"/>
          <a:ea typeface="+mn-ea"/>
          <a:cs typeface="+mn-cs"/>
        </a:defRPr>
      </a:lvl2pPr>
      <a:lvl3pPr marL="444500" indent="-1778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3pPr>
      <a:lvl4pPr marL="622300" indent="-1778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Verdana" panose="020B0604030504040204" pitchFamily="34" charset="0"/>
        <a:buChar char="‒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812800" indent="-190500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>
          <p15:clr>
            <a:srgbClr val="F26B43"/>
          </p15:clr>
        </p15:guide>
        <p15:guide id="2" pos="7506">
          <p15:clr>
            <a:srgbClr val="F26B43"/>
          </p15:clr>
        </p15:guide>
        <p15:guide id="3" orient="horz" pos="4088">
          <p15:clr>
            <a:srgbClr val="F26B43"/>
          </p15:clr>
        </p15:guide>
        <p15:guide id="4" pos="143">
          <p15:clr>
            <a:srgbClr val="F26B43"/>
          </p15:clr>
        </p15:guide>
        <p15:guide id="5" orient="horz" pos="113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Object 20" hidden="1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270" imgH="270" progId="TCLayout.ActiveDocument.1">
                  <p:embed/>
                </p:oleObj>
              </mc:Choice>
              <mc:Fallback>
                <p:oleObj name="think-cell Slide" r:id="rId7" imgW="270" imgH="270" progId="TCLayout.ActiveDocument.1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e 2">
            <a:extLst>
              <a:ext uri="{FF2B5EF4-FFF2-40B4-BE49-F238E27FC236}">
                <a16:creationId xmlns:a16="http://schemas.microsoft.com/office/drawing/2014/main" id="{2B612A8E-B9C0-4A33-BDF0-7B934FC0FA7B}"/>
              </a:ext>
            </a:extLst>
          </p:cNvPr>
          <p:cNvGrpSpPr/>
          <p:nvPr userDrawn="1"/>
        </p:nvGrpSpPr>
        <p:grpSpPr>
          <a:xfrm>
            <a:off x="12355040" y="33161"/>
            <a:ext cx="360000" cy="1800000"/>
            <a:chOff x="12355040" y="33161"/>
            <a:chExt cx="360000" cy="1800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759ABE2-EA66-4C96-A730-7AE70F160C4A}"/>
                </a:ext>
              </a:extLst>
            </p:cNvPr>
            <p:cNvSpPr/>
            <p:nvPr userDrawn="1"/>
          </p:nvSpPr>
          <p:spPr>
            <a:xfrm>
              <a:off x="12355040" y="33161"/>
              <a:ext cx="360000" cy="36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0575D8E-DADC-4A93-90E1-700FFEEB7476}"/>
                </a:ext>
              </a:extLst>
            </p:cNvPr>
            <p:cNvSpPr/>
            <p:nvPr userDrawn="1"/>
          </p:nvSpPr>
          <p:spPr>
            <a:xfrm>
              <a:off x="12355040" y="393161"/>
              <a:ext cx="360000" cy="36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97A0406-0F4B-4D43-9CEA-FDE61975CF1D}"/>
                </a:ext>
              </a:extLst>
            </p:cNvPr>
            <p:cNvSpPr/>
            <p:nvPr userDrawn="1"/>
          </p:nvSpPr>
          <p:spPr>
            <a:xfrm>
              <a:off x="12355040" y="753161"/>
              <a:ext cx="360000" cy="360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5ADBA43-C200-4485-A4EC-E3C6D0E787EB}"/>
                </a:ext>
              </a:extLst>
            </p:cNvPr>
            <p:cNvSpPr/>
            <p:nvPr userDrawn="1"/>
          </p:nvSpPr>
          <p:spPr>
            <a:xfrm>
              <a:off x="12355040" y="1113161"/>
              <a:ext cx="360000" cy="360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3914078-BC81-4D4F-882A-303F25DADB61}"/>
                </a:ext>
              </a:extLst>
            </p:cNvPr>
            <p:cNvSpPr/>
            <p:nvPr userDrawn="1"/>
          </p:nvSpPr>
          <p:spPr>
            <a:xfrm>
              <a:off x="12355040" y="1473161"/>
              <a:ext cx="360000" cy="36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58042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41" r:id="rId2"/>
    <p:sldLayoutId id="2147483839" r:id="rId3"/>
    <p:sldLayoutId id="2147483890" r:id="rId4"/>
  </p:sldLayoutIdLst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3000" b="0" i="0" u="none" strike="noStrike" kern="1200" cap="none" spc="0" normalizeH="0" baseline="0" noProof="0" dirty="0">
          <a:ln>
            <a:noFill/>
          </a:ln>
          <a:solidFill>
            <a:schemeClr val="accent1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j-lt"/>
          <a:ea typeface="+mn-ea"/>
          <a:cs typeface="+mn-cs"/>
        </a:defRPr>
      </a:lvl1pPr>
      <a:lvl2pPr marL="539750" indent="-179388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2pPr>
      <a:lvl3pPr marL="900113" indent="-179388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3pPr>
      <a:lvl4pPr marL="1260475" indent="-179388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1620838" indent="-179388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50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693464A-4C8A-423D-ADBD-B1151BF81C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3367994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CDAFB0-8318-FFB3-BCE1-C3037E2E5F10}"/>
              </a:ext>
            </a:extLst>
          </p:cNvPr>
          <p:cNvSpPr txBox="1"/>
          <p:nvPr/>
        </p:nvSpPr>
        <p:spPr>
          <a:xfrm>
            <a:off x="191344" y="836712"/>
            <a:ext cx="10873208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IN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function is a group of statements that together perform a task.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contains set of instructions enclosed by "{}" which performs specific operation.</a:t>
            </a:r>
          </a:p>
          <a:p>
            <a:pPr>
              <a:lnSpc>
                <a:spcPct val="150000"/>
              </a:lnSpc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return_type function_name(data_type parameter...)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697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00E4F3-874F-7235-58B4-6B1D05C2052C}"/>
              </a:ext>
            </a:extLst>
          </p:cNvPr>
          <p:cNvSpPr txBox="1"/>
          <p:nvPr/>
        </p:nvSpPr>
        <p:spPr>
          <a:xfrm flipH="1">
            <a:off x="839416" y="908720"/>
            <a:ext cx="9649072" cy="8817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Functions</a:t>
            </a:r>
            <a:r>
              <a:rPr lang="en-IN" dirty="0"/>
              <a:t>:</a:t>
            </a:r>
          </a:p>
          <a:p>
            <a:endParaRPr lang="en-IN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 library functions.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-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Printf()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-Scanf()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-Sqrt()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-Getchar()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User-defined functions.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-Main()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library function</a:t>
            </a:r>
            <a:r>
              <a:rPr lang="en-IN" dirty="0"/>
              <a:t>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standard library functions are built-in functions to handle tasks such as mathematical computations, I/O processing, string handling etc</a:t>
            </a:r>
            <a:r>
              <a:rPr lang="en-IN" sz="24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5708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76958E-FE72-641C-A64E-E8D36B3A6ECA}"/>
              </a:ext>
            </a:extLst>
          </p:cNvPr>
          <p:cNvSpPr txBox="1"/>
          <p:nvPr/>
        </p:nvSpPr>
        <p:spPr>
          <a:xfrm>
            <a:off x="407368" y="548680"/>
            <a:ext cx="11521280" cy="9694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</a:t>
            </a:r>
            <a:r>
              <a:rPr lang="en-IN" dirty="0"/>
              <a:t>: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printf() is a standard library function to send formatted output to the screen. This function is defined in "stdio.h" header file.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User-defined functions</a:t>
            </a:r>
            <a:r>
              <a:rPr lang="en-IN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Depending upon the complexity and requirement of the program, we can create as many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user-defined functions as we want.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main() function is used to invoke the programming code at the run time, not at the compile time of a program</a:t>
            </a:r>
            <a:r>
              <a:rPr lang="en-IN" sz="2400" dirty="0"/>
              <a:t>.</a:t>
            </a:r>
            <a:endParaRPr lang="en-IN" sz="2400" dirty="0">
              <a:solidFill>
                <a:srgbClr val="20212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7140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A6536B-5197-224F-0672-86F5F9515642}"/>
              </a:ext>
            </a:extLst>
          </p:cNvPr>
          <p:cNvSpPr txBox="1"/>
          <p:nvPr/>
        </p:nvSpPr>
        <p:spPr>
          <a:xfrm flipH="1">
            <a:off x="479376" y="908720"/>
            <a:ext cx="10729192" cy="7940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prototype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b="1" i="0" dirty="0">
              <a:solidFill>
                <a:srgbClr val="25265E"/>
              </a:solidFill>
              <a:effectLst/>
              <a:latin typeface="euclid_circular_a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function prototype is simply the declaration of a function that specifies function's name, parameters and return type. It doesn't contain function body.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function prototype gives information to the compiler that the function may later be used in the program.</a:t>
            </a:r>
          </a:p>
          <a:p>
            <a:pPr algn="l">
              <a:lnSpc>
                <a:spcPct val="150000"/>
              </a:lnSpc>
            </a:pPr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  <a:r>
              <a:rPr lang="en-IN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returnType functionName(type1 argument1, type2 argument2, ...);</a:t>
            </a:r>
            <a:endParaRPr lang="en-IN" sz="24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b="1" dirty="0">
              <a:solidFill>
                <a:srgbClr val="25265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b="1" i="0" dirty="0">
              <a:solidFill>
                <a:srgbClr val="2526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b="1" dirty="0">
              <a:solidFill>
                <a:srgbClr val="25265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b="1" i="0" dirty="0">
              <a:solidFill>
                <a:srgbClr val="2526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b="1" dirty="0">
              <a:solidFill>
                <a:srgbClr val="25265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b="1" i="0" dirty="0">
              <a:solidFill>
                <a:srgbClr val="2526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b="1" dirty="0">
              <a:solidFill>
                <a:srgbClr val="25265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b="1" i="0" dirty="0">
              <a:solidFill>
                <a:srgbClr val="2526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b="1" dirty="0">
              <a:solidFill>
                <a:srgbClr val="25265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b="1" i="0" dirty="0">
              <a:solidFill>
                <a:srgbClr val="2526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b="1" dirty="0">
              <a:solidFill>
                <a:srgbClr val="25265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b="1" i="0" dirty="0">
              <a:solidFill>
                <a:srgbClr val="2526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b="1" dirty="0">
              <a:solidFill>
                <a:srgbClr val="25265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b="1" i="0" dirty="0">
              <a:solidFill>
                <a:srgbClr val="2526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b="1" i="0" dirty="0">
              <a:solidFill>
                <a:srgbClr val="25265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129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2AC37B-7F9C-3608-C218-5B61E10D6E0B}"/>
              </a:ext>
            </a:extLst>
          </p:cNvPr>
          <p:cNvSpPr txBox="1"/>
          <p:nvPr/>
        </p:nvSpPr>
        <p:spPr>
          <a:xfrm>
            <a:off x="551384" y="476672"/>
            <a:ext cx="10369152" cy="11264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 by value</a:t>
            </a:r>
            <a:r>
              <a:rPr lang="en-IN" dirty="0"/>
              <a:t>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call by value method of passing arguments to a function copies the actual value of an argument into the formal parameter of the function.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case, changes made to the parameter inside the function have no effect on the argument.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 by reference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400" dirty="0">
              <a:effectLst/>
              <a:latin typeface="-apple-system"/>
            </a:endParaRPr>
          </a:p>
          <a:p>
            <a:pPr marL="342900" indent="-34290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call by reference method of passing arguments to a function copies the address of an argument into the formal parameter. </a:t>
            </a:r>
          </a:p>
          <a:p>
            <a:pPr marL="342900" indent="-34290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the function, the address is used to access the actual argument used in the call it means the changes made to the parameter can affect the passed argument.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9031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762BA4-B213-FB9B-3614-CDE6C5813518}"/>
              </a:ext>
            </a:extLst>
          </p:cNvPr>
          <p:cNvSpPr txBox="1"/>
          <p:nvPr/>
        </p:nvSpPr>
        <p:spPr>
          <a:xfrm>
            <a:off x="600578" y="332656"/>
            <a:ext cx="9865096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Example: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4463DCC-254B-7DC9-BA5F-6BAE42E9E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432" y="851520"/>
            <a:ext cx="9505056" cy="637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&lt;stdio.h&gt;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 addNumbers(int a, int b);                         //functionprototype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 main() {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int n1, n2, sum;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printf("Enters two numbers: ");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scanf("%d %d" ,&amp;n1,&amp;n2);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sum = addNumbers(n1, n2);                     // function call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printf("sum = %d" ,sum);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return 0; }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 addNumbers(int a, int b){                       // function definition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int result;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result = a+b;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return result;  }                                         // return statement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96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apgemini Master">
  <a:themeElements>
    <a:clrScheme name="Capgemini Palette">
      <a:dk1>
        <a:sysClr val="windowText" lastClr="000000"/>
      </a:dk1>
      <a:lt1>
        <a:srgbClr val="FFFFFF"/>
      </a:lt1>
      <a:dk2>
        <a:srgbClr val="2B0A3D"/>
      </a:dk2>
      <a:lt2>
        <a:srgbClr val="ECECEC"/>
      </a:lt2>
      <a:accent1>
        <a:srgbClr val="0070AD"/>
      </a:accent1>
      <a:accent2>
        <a:srgbClr val="12ABDB"/>
      </a:accent2>
      <a:accent3>
        <a:srgbClr val="2B0A3D"/>
      </a:accent3>
      <a:accent4>
        <a:srgbClr val="FF304C"/>
      </a:accent4>
      <a:accent5>
        <a:srgbClr val="95E616"/>
      </a:accent5>
      <a:accent6>
        <a:srgbClr val="00C37B"/>
      </a:accent6>
      <a:hlink>
        <a:srgbClr val="88D5ED"/>
      </a:hlink>
      <a:folHlink>
        <a:srgbClr val="7E39BA"/>
      </a:folHlink>
    </a:clrScheme>
    <a:fontScheme name="Capgemin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-template_Capgemini-Engineering.pptx" id="{71036F69-CEE1-48F2-BE76-C6A2A2F53448}" vid="{001C0269-3E51-49E1-BB25-6F901D1A07A6}"/>
    </a:ext>
  </a:extLst>
</a:theme>
</file>

<file path=ppt/theme/theme2.xml><?xml version="1.0" encoding="utf-8"?>
<a:theme xmlns:a="http://schemas.openxmlformats.org/drawingml/2006/main" name="Cover options">
  <a:themeElements>
    <a:clrScheme name="Capgemini Palette">
      <a:dk1>
        <a:sysClr val="windowText" lastClr="000000"/>
      </a:dk1>
      <a:lt1>
        <a:srgbClr val="FFFFFF"/>
      </a:lt1>
      <a:dk2>
        <a:srgbClr val="2B143D"/>
      </a:dk2>
      <a:lt2>
        <a:srgbClr val="E6E7E7"/>
      </a:lt2>
      <a:accent1>
        <a:srgbClr val="0070AD"/>
      </a:accent1>
      <a:accent2>
        <a:srgbClr val="12ABDB"/>
      </a:accent2>
      <a:accent3>
        <a:srgbClr val="2B143D"/>
      </a:accent3>
      <a:accent4>
        <a:srgbClr val="FF304C"/>
      </a:accent4>
      <a:accent5>
        <a:srgbClr val="95E616"/>
      </a:accent5>
      <a:accent6>
        <a:srgbClr val="00C37B"/>
      </a:accent6>
      <a:hlink>
        <a:srgbClr val="88D5ED"/>
      </a:hlink>
      <a:folHlink>
        <a:srgbClr val="7E39BA"/>
      </a:folHlink>
    </a:clrScheme>
    <a:fontScheme name="Capgemin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-template_Capgemini-Engineering.pptx" id="{71036F69-CEE1-48F2-BE76-C6A2A2F53448}" vid="{EB1ED9C7-31C0-4F8C-9B19-DBDF5408FE8C}"/>
    </a:ext>
  </a:extLst>
</a:theme>
</file>

<file path=ppt/theme/theme3.xml><?xml version="1.0" encoding="utf-8"?>
<a:theme xmlns:a="http://schemas.openxmlformats.org/drawingml/2006/main" name="Tema do Office">
  <a:themeElements>
    <a:clrScheme name="Capgemini Palette">
      <a:dk1>
        <a:sysClr val="windowText" lastClr="000000"/>
      </a:dk1>
      <a:lt1>
        <a:srgbClr val="FFFFFF"/>
      </a:lt1>
      <a:dk2>
        <a:srgbClr val="2B143D"/>
      </a:dk2>
      <a:lt2>
        <a:srgbClr val="E6E7E7"/>
      </a:lt2>
      <a:accent1>
        <a:srgbClr val="0070AD"/>
      </a:accent1>
      <a:accent2>
        <a:srgbClr val="12ABDB"/>
      </a:accent2>
      <a:accent3>
        <a:srgbClr val="2B143D"/>
      </a:accent3>
      <a:accent4>
        <a:srgbClr val="FF304C"/>
      </a:accent4>
      <a:accent5>
        <a:srgbClr val="95E616"/>
      </a:accent5>
      <a:accent6>
        <a:srgbClr val="00C37B"/>
      </a:accent6>
      <a:hlink>
        <a:srgbClr val="88D5ED"/>
      </a:hlink>
      <a:folHlink>
        <a:srgbClr val="7E39BA"/>
      </a:folHlink>
    </a:clrScheme>
    <a:fontScheme name="Capgemini 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Capgemini Palette">
      <a:dk1>
        <a:sysClr val="windowText" lastClr="000000"/>
      </a:dk1>
      <a:lt1>
        <a:srgbClr val="FFFFFF"/>
      </a:lt1>
      <a:dk2>
        <a:srgbClr val="2B143D"/>
      </a:dk2>
      <a:lt2>
        <a:srgbClr val="E6E7E7"/>
      </a:lt2>
      <a:accent1>
        <a:srgbClr val="0070AD"/>
      </a:accent1>
      <a:accent2>
        <a:srgbClr val="12ABDB"/>
      </a:accent2>
      <a:accent3>
        <a:srgbClr val="2B143D"/>
      </a:accent3>
      <a:accent4>
        <a:srgbClr val="FF304C"/>
      </a:accent4>
      <a:accent5>
        <a:srgbClr val="95E616"/>
      </a:accent5>
      <a:accent6>
        <a:srgbClr val="00C37B"/>
      </a:accent6>
      <a:hlink>
        <a:srgbClr val="88D5ED"/>
      </a:hlink>
      <a:folHlink>
        <a:srgbClr val="7E39BA"/>
      </a:folHlink>
    </a:clrScheme>
    <a:fontScheme name="Capgemini 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834EF3EDDB4447969899EBD289C565" ma:contentTypeVersion="0" ma:contentTypeDescription="Create a new document." ma:contentTypeScope="" ma:versionID="26841f65330ed1f10e546176cd4fb69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1CDD18F-07F2-4AAA-81F0-D0BCEDA244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1B10BA4-45DB-4BE4-A597-7EDB18C727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6005DE4-BB6E-423A-BABF-D2752B15B87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template (1)</Template>
  <TotalTime>141</TotalTime>
  <Words>467</Words>
  <Application>Microsoft Office PowerPoint</Application>
  <PresentationFormat>Widescreen</PresentationFormat>
  <Paragraphs>139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-apple-system</vt:lpstr>
      <vt:lpstr>Arial</vt:lpstr>
      <vt:lpstr>euclid_circular_a</vt:lpstr>
      <vt:lpstr>Times New Roman</vt:lpstr>
      <vt:lpstr>Verdana</vt:lpstr>
      <vt:lpstr>Wingdings</vt:lpstr>
      <vt:lpstr>Capgemini Master</vt:lpstr>
      <vt:lpstr>Cover options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ppt template</dc:subject>
  <dc:creator>M.A, Mamatha</dc:creator>
  <cp:lastModifiedBy>M.A, Mamatha</cp:lastModifiedBy>
  <cp:revision>2</cp:revision>
  <dcterms:created xsi:type="dcterms:W3CDTF">2023-02-07T15:49:07Z</dcterms:created>
  <dcterms:modified xsi:type="dcterms:W3CDTF">2023-02-08T04:31:34Z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0x0101008B834EF3EDDB4447969899EBD289C565</vt:lpwstr>
  </property>
</Properties>
</file>