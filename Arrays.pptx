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7" r:id="rId3"/>
    <p:sldMasterId id="2147483682" r:id="rId4"/>
  </p:sldMasterIdLst>
  <p:sldIdLst>
    <p:sldId id="256" r:id="rId5"/>
    <p:sldId id="257" r:id="rId6"/>
    <p:sldId id="258" r:id="rId7"/>
    <p:sldId id="259" r:id="rId8"/>
    <p:sldId id="260" r:id="rId9"/>
    <p:sldId id="261" r:id="rId10"/>
    <p:sldId id="262" r:id="rId1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0.png"/><Relationship Id="rId18" Type="http://schemas.openxmlformats.org/officeDocument/2006/relationships/hyperlink" Target="http://www.facebook.com/capgemini" TargetMode="External"/><Relationship Id="rId3" Type="http://schemas.openxmlformats.org/officeDocument/2006/relationships/tags" Target="../tags/tag19.xml"/><Relationship Id="rId7" Type="http://schemas.openxmlformats.org/officeDocument/2006/relationships/image" Target="../media/image8.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tags" Target="../tags/tag18.xml"/><Relationship Id="rId16" Type="http://schemas.openxmlformats.org/officeDocument/2006/relationships/image" Target="../media/image11.png"/><Relationship Id="rId20" Type="http://schemas.microsoft.com/office/2007/relationships/hdphoto" Target="../media/hdphoto5.wdp"/><Relationship Id="rId1" Type="http://schemas.openxmlformats.org/officeDocument/2006/relationships/tags" Target="../tags/tag17.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slideMaster" Target="../slideMasters/slideMaster4.xml"/><Relationship Id="rId15" Type="http://schemas.openxmlformats.org/officeDocument/2006/relationships/hyperlink" Target="http://www.youtube.com/capgeminimedia" TargetMode="External"/><Relationship Id="rId10" Type="http://schemas.openxmlformats.org/officeDocument/2006/relationships/image" Target="../media/image9.png"/><Relationship Id="rId19" Type="http://schemas.openxmlformats.org/officeDocument/2006/relationships/image" Target="../media/image12.png"/><Relationship Id="rId4" Type="http://schemas.openxmlformats.org/officeDocument/2006/relationships/tags" Target="../tags/tag20.xml"/><Relationship Id="rId9" Type="http://schemas.openxmlformats.org/officeDocument/2006/relationships/hyperlink" Target="http://www.slideshare.net/capgemini" TargetMode="External"/><Relationship Id="rId1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p:nvGrpSpPr>
        <p:grpSpPr>
          <a:xfrm>
            <a:off x="0" y="-55534"/>
            <a:ext cx="13296800" cy="5428750"/>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247668"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6343418"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pic>
        <p:nvPicPr>
          <p:cNvPr id="22" name="Image 21">
            <a:extLst>
              <a:ext uri="{FF2B5EF4-FFF2-40B4-BE49-F238E27FC236}">
                <a16:creationId xmlns:a16="http://schemas.microsoft.com/office/drawing/2014/main" id="{FB462EBA-7EE8-40CC-BC93-E402200D83C2}"/>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2064" y="5157192"/>
            <a:ext cx="6120000" cy="831860"/>
          </a:xfrm>
          <a:prstGeom prst="rect">
            <a:avLst/>
          </a:prstGeom>
        </p:spPr>
      </p:pic>
    </p:spTree>
    <p:extLst>
      <p:ext uri="{BB962C8B-B14F-4D97-AF65-F5344CB8AC3E}">
        <p14:creationId xmlns:p14="http://schemas.microsoft.com/office/powerpoint/2010/main" val="421681106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dirty="0"/>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pic>
        <p:nvPicPr>
          <p:cNvPr id="13" name="Image 12">
            <a:extLst>
              <a:ext uri="{FF2B5EF4-FFF2-40B4-BE49-F238E27FC236}">
                <a16:creationId xmlns:a16="http://schemas.microsoft.com/office/drawing/2014/main" id="{8A7F2DC0-BF36-48D5-AAB0-DE89725323C0}"/>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384" y="724932"/>
            <a:ext cx="6120000" cy="831860"/>
          </a:xfrm>
          <a:prstGeom prst="rect">
            <a:avLst/>
          </a:prstGeom>
        </p:spPr>
      </p:pic>
    </p:spTree>
    <p:extLst>
      <p:ext uri="{BB962C8B-B14F-4D97-AF65-F5344CB8AC3E}">
        <p14:creationId xmlns:p14="http://schemas.microsoft.com/office/powerpoint/2010/main" val="1526326783"/>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5">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Freeform 9">
            <a:extLst>
              <a:ext uri="{FF2B5EF4-FFF2-40B4-BE49-F238E27FC236}">
                <a16:creationId xmlns:a16="http://schemas.microsoft.com/office/drawing/2014/main" id="{49E27DC5-0E94-4161-ADB3-F3B33A33AFED}"/>
              </a:ext>
            </a:extLst>
          </p:cNvPr>
          <p:cNvSpPr>
            <a:spLocks/>
          </p:cNvSpPr>
          <p:nvPr/>
        </p:nvSpPr>
        <p:spPr bwMode="auto">
          <a:xfrm rot="5400000" flipH="1">
            <a:off x="-760396" y="-2458091"/>
            <a:ext cx="9115703" cy="9516479"/>
          </a:xfrm>
          <a:custGeom>
            <a:avLst/>
            <a:gdLst>
              <a:gd name="T0" fmla="*/ 0 w 1413"/>
              <a:gd name="T1" fmla="*/ 1323 h 1473"/>
              <a:gd name="T2" fmla="*/ 1413 w 1413"/>
              <a:gd name="T3" fmla="*/ 1323 h 1473"/>
              <a:gd name="T4" fmla="*/ 1413 w 1413"/>
              <a:gd name="T5" fmla="*/ 807 h 1473"/>
              <a:gd name="T6" fmla="*/ 636 w 1413"/>
              <a:gd name="T7" fmla="*/ 1012 h 1473"/>
              <a:gd name="T8" fmla="*/ 438 w 1413"/>
              <a:gd name="T9" fmla="*/ 629 h 1473"/>
              <a:gd name="T10" fmla="*/ 449 w 1413"/>
              <a:gd name="T11" fmla="*/ 0 h 1473"/>
              <a:gd name="T12" fmla="*/ 0 w 1413"/>
              <a:gd name="T13" fmla="*/ 70 h 1473"/>
              <a:gd name="T14" fmla="*/ 0 w 1413"/>
              <a:gd name="T15" fmla="*/ 1323 h 1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3" h="1473">
                <a:moveTo>
                  <a:pt x="0" y="1323"/>
                </a:moveTo>
                <a:cubicBezTo>
                  <a:pt x="1413" y="1323"/>
                  <a:pt x="1413" y="1323"/>
                  <a:pt x="1413" y="1323"/>
                </a:cubicBezTo>
                <a:cubicBezTo>
                  <a:pt x="1413" y="807"/>
                  <a:pt x="1413" y="807"/>
                  <a:pt x="1413" y="807"/>
                </a:cubicBezTo>
                <a:cubicBezTo>
                  <a:pt x="1413" y="807"/>
                  <a:pt x="1189" y="551"/>
                  <a:pt x="636" y="1012"/>
                </a:cubicBezTo>
                <a:cubicBezTo>
                  <a:pt x="84" y="1473"/>
                  <a:pt x="240" y="940"/>
                  <a:pt x="438" y="629"/>
                </a:cubicBezTo>
                <a:cubicBezTo>
                  <a:pt x="636" y="318"/>
                  <a:pt x="669" y="133"/>
                  <a:pt x="449" y="0"/>
                </a:cubicBezTo>
                <a:cubicBezTo>
                  <a:pt x="136" y="171"/>
                  <a:pt x="33" y="119"/>
                  <a:pt x="0" y="70"/>
                </a:cubicBezTo>
                <a:lnTo>
                  <a:pt x="0" y="1323"/>
                </a:lnTo>
                <a:close/>
              </a:path>
            </a:pathLst>
          </a:custGeom>
          <a:solidFill>
            <a:schemeClr val="accent2"/>
          </a:solidFill>
          <a:ln>
            <a:noFill/>
          </a:ln>
          <a:effectLst>
            <a:outerShdw blurRad="76200" dist="38100" algn="tl" rotWithShape="0">
              <a:schemeClr val="tx1">
                <a:alpha val="20000"/>
              </a:schemeClr>
            </a:outerShdw>
          </a:effectLst>
        </p:spPr>
        <p:txBody>
          <a:bodyPr vert="horz" wrap="square" lIns="91440" tIns="45720" rIns="91440" bIns="45720" numCol="1" anchor="t" anchorCtr="0" compatLnSpc="1">
            <a:prstTxWarp prst="textNoShape">
              <a:avLst/>
            </a:prstTxWarp>
          </a:bodyPr>
          <a:lstStyle/>
          <a:p>
            <a:endParaRPr lang="en-US" dirty="0"/>
          </a:p>
        </p:txBody>
      </p:sp>
      <p:pic>
        <p:nvPicPr>
          <p:cNvPr id="20" name="Image 19">
            <a:extLst>
              <a:ext uri="{FF2B5EF4-FFF2-40B4-BE49-F238E27FC236}">
                <a16:creationId xmlns:a16="http://schemas.microsoft.com/office/drawing/2014/main" id="{557F3EC6-6AB7-49CB-8BF2-B714521A0947}"/>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
        <p:nvSpPr>
          <p:cNvPr id="11" name="Title 1"/>
          <p:cNvSpPr>
            <a:spLocks noGrp="1"/>
          </p:cNvSpPr>
          <p:nvPr>
            <p:ph type="ctrTitle" hasCustomPrompt="1"/>
          </p:nvPr>
        </p:nvSpPr>
        <p:spPr>
          <a:xfrm>
            <a:off x="5591944" y="253648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tx2"/>
                </a:solidFill>
              </a:defRPr>
            </a:lvl1pPr>
          </a:lstStyle>
          <a:p>
            <a:pPr marL="0" lvl="0"/>
            <a:r>
              <a:rPr lang="en-US" dirty="0"/>
              <a:t>Click to insert title</a:t>
            </a:r>
          </a:p>
        </p:txBody>
      </p:sp>
      <p:sp>
        <p:nvSpPr>
          <p:cNvPr id="12" name="Subtitle 2"/>
          <p:cNvSpPr>
            <a:spLocks noGrp="1"/>
          </p:cNvSpPr>
          <p:nvPr>
            <p:ph type="subTitle" idx="1" hasCustomPrompt="1"/>
          </p:nvPr>
        </p:nvSpPr>
        <p:spPr>
          <a:xfrm>
            <a:off x="5591944" y="4365277"/>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tx2"/>
                </a:solidFill>
              </a:defRPr>
            </a:lvl1pPr>
          </a:lstStyle>
          <a:p>
            <a:pPr marL="0" lvl="0"/>
            <a:r>
              <a:rPr lang="en-US" dirty="0"/>
              <a:t>Click to insert presenter, location, and date</a:t>
            </a:r>
          </a:p>
        </p:txBody>
      </p:sp>
    </p:spTree>
    <p:extLst>
      <p:ext uri="{BB962C8B-B14F-4D97-AF65-F5344CB8AC3E}">
        <p14:creationId xmlns:p14="http://schemas.microsoft.com/office/powerpoint/2010/main" val="63273885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7">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64592B57-BCDC-46B2-904B-5A7FDEA22156}"/>
              </a:ext>
            </a:extLst>
          </p:cNvPr>
          <p:cNvGrpSpPr/>
          <p:nvPr/>
        </p:nvGrpSpPr>
        <p:grpSpPr>
          <a:xfrm rot="10800000">
            <a:off x="0" y="-583910"/>
            <a:ext cx="8184232" cy="7441910"/>
            <a:chOff x="3847179" y="1294078"/>
            <a:chExt cx="4118037" cy="3744526"/>
          </a:xfrm>
        </p:grpSpPr>
        <p:sp>
          <p:nvSpPr>
            <p:cNvPr id="25" name="Forme libre : forme 24">
              <a:extLst>
                <a:ext uri="{FF2B5EF4-FFF2-40B4-BE49-F238E27FC236}">
                  <a16:creationId xmlns:a16="http://schemas.microsoft.com/office/drawing/2014/main" id="{F6855C7D-FB6F-4A0D-99F6-3523A5DB1407}"/>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2"/>
            </a:solidFill>
            <a:ln w="9525" cap="flat">
              <a:noFill/>
              <a:prstDash val="solid"/>
              <a:miter/>
            </a:ln>
          </p:spPr>
          <p:txBody>
            <a:bodyPr rtlCol="0" anchor="ctr"/>
            <a:lstStyle/>
            <a:p>
              <a:endParaRPr lang="en-US" dirty="0"/>
            </a:p>
          </p:txBody>
        </p:sp>
        <p:sp>
          <p:nvSpPr>
            <p:cNvPr id="26" name="Forme libre : forme 25">
              <a:extLst>
                <a:ext uri="{FF2B5EF4-FFF2-40B4-BE49-F238E27FC236}">
                  <a16:creationId xmlns:a16="http://schemas.microsoft.com/office/drawing/2014/main" id="{81910F3B-3232-4E33-8A3C-C9ECA9724E1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3712035" y="3502732"/>
            <a:ext cx="3558066" cy="2058654"/>
          </a:xfrm>
          <a:prstGeom prst="rect">
            <a:avLst/>
          </a:prstGeom>
        </p:spPr>
        <p:txBody>
          <a:bodyPr anchor="ctr">
            <a:normAutofit/>
          </a:bodyPr>
          <a:lstStyle>
            <a:lvl1pPr marL="0" indent="0">
              <a:buNone/>
              <a:defRPr sz="32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3637310" y="5571206"/>
            <a:ext cx="3558066"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and date</a:t>
            </a:r>
          </a:p>
        </p:txBody>
      </p:sp>
      <p:pic>
        <p:nvPicPr>
          <p:cNvPr id="18" name="Image 17">
            <a:extLst>
              <a:ext uri="{FF2B5EF4-FFF2-40B4-BE49-F238E27FC236}">
                <a16:creationId xmlns:a16="http://schemas.microsoft.com/office/drawing/2014/main" id="{9B094B5A-7617-4918-B4B1-E58924F906AC}"/>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Tree>
    <p:extLst>
      <p:ext uri="{BB962C8B-B14F-4D97-AF65-F5344CB8AC3E}">
        <p14:creationId xmlns:p14="http://schemas.microsoft.com/office/powerpoint/2010/main" val="41581131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50E-A6D7-F7D2-9FCA-DE0905F03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C23F9D-B2E6-F01E-52CC-2B4820FCA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71DC7-9D4A-A42C-FDF4-A4E13CB902AF}"/>
              </a:ext>
            </a:extLst>
          </p:cNvPr>
          <p:cNvSpPr>
            <a:spLocks noGrp="1"/>
          </p:cNvSpPr>
          <p:nvPr>
            <p:ph type="dt" sz="half" idx="10"/>
          </p:nvPr>
        </p:nvSpPr>
        <p:spPr/>
        <p:txBody>
          <a:bodyPr/>
          <a:lstStyle/>
          <a:p>
            <a:fld id="{D26B7C02-A022-4069-8CDA-DB19C106BD23}" type="datetimeFigureOut">
              <a:rPr lang="en-IN" smtClean="0"/>
              <a:t>08-02-2023</a:t>
            </a:fld>
            <a:endParaRPr lang="en-IN" dirty="0"/>
          </a:p>
        </p:txBody>
      </p:sp>
      <p:sp>
        <p:nvSpPr>
          <p:cNvPr id="5" name="Footer Placeholder 4">
            <a:extLst>
              <a:ext uri="{FF2B5EF4-FFF2-40B4-BE49-F238E27FC236}">
                <a16:creationId xmlns:a16="http://schemas.microsoft.com/office/drawing/2014/main" id="{4D072229-CFBF-4424-36C2-C6B45140E4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62CF771-A436-03F7-94A7-66EF8C63E20C}"/>
              </a:ext>
            </a:extLst>
          </p:cNvPr>
          <p:cNvSpPr>
            <a:spLocks noGrp="1"/>
          </p:cNvSpPr>
          <p:nvPr>
            <p:ph type="sldNum" sz="quarter" idx="12"/>
          </p:nvPr>
        </p:nvSpPr>
        <p:spPr/>
        <p:txBody>
          <a:bodyPr/>
          <a:lstStyle/>
          <a:p>
            <a:fld id="{2CF0B58C-0686-4666-9D6A-FC36CAF99FF5}" type="slidenum">
              <a:rPr lang="en-IN" smtClean="0"/>
              <a:t>‹#›</a:t>
            </a:fld>
            <a:endParaRPr lang="en-IN" dirty="0"/>
          </a:p>
        </p:txBody>
      </p:sp>
    </p:spTree>
    <p:extLst>
      <p:ext uri="{BB962C8B-B14F-4D97-AF65-F5344CB8AC3E}">
        <p14:creationId xmlns:p14="http://schemas.microsoft.com/office/powerpoint/2010/main" val="10115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454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73472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376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445304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85872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312177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userDrawn="1"/>
        </p:nvSpPr>
        <p:spPr>
          <a:xfrm>
            <a:off x="9055100" y="6489700"/>
            <a:ext cx="3136900" cy="368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eeform: Shape 9">
            <a:extLst>
              <a:ext uri="{FF2B5EF4-FFF2-40B4-BE49-F238E27FC236}">
                <a16:creationId xmlns:a16="http://schemas.microsoft.com/office/drawing/2014/main" id="{531E77B6-0DD5-446F-A826-892DFC23D785}"/>
              </a:ext>
            </a:extLst>
          </p:cNvPr>
          <p:cNvSpPr>
            <a:spLocks/>
          </p:cNvSpPr>
          <p:nvPr userDrawn="1"/>
        </p:nvSpPr>
        <p:spPr bwMode="auto">
          <a:xfrm rot="16200000" flipH="1">
            <a:off x="5598887" y="279401"/>
            <a:ext cx="6872513" cy="6313712"/>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8322"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50000"/>
                  </a:schemeClr>
                </a:solidFill>
                <a:cs typeface="Arial" panose="020B0604020202020204" pitchFamily="34" charset="0"/>
              </a:rPr>
              <a:pPr algn="r"/>
              <a:t>‹#›</a:t>
            </a:fld>
            <a:endParaRPr lang="en-US" sz="800" dirty="0">
              <a:solidFill>
                <a:schemeClr val="bg1">
                  <a:lumMod val="50000"/>
                </a:schemeClr>
              </a:solidFill>
              <a:cs typeface="Arial" panose="020B0604020202020204" pitchFamily="34" charset="0"/>
            </a:endParaRP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9070994"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50000"/>
                  </a:schemeClr>
                </a:solidFill>
              </a:rPr>
              <a:t>© Capgemini 2021. All rights reserved |</a:t>
            </a:r>
          </a:p>
        </p:txBody>
      </p:sp>
      <p:sp>
        <p:nvSpPr>
          <p:cNvPr id="2" name="Title 1"/>
          <p:cNvSpPr>
            <a:spLocks noGrp="1"/>
          </p:cNvSpPr>
          <p:nvPr>
            <p:ph type="title"/>
          </p:nvPr>
        </p:nvSpPr>
        <p:spPr>
          <a:xfrm>
            <a:off x="227349" y="-1"/>
            <a:ext cx="5636422" cy="1785257"/>
          </a:xfrm>
          <a:prstGeom prst="rect">
            <a:avLst/>
          </a:prstGeom>
        </p:spPr>
        <p:txBody>
          <a:bodyPr/>
          <a:lstStyle/>
          <a:p>
            <a:r>
              <a:rPr lang="en-US"/>
              <a:t>Click to edit Master title style</a:t>
            </a:r>
            <a:endParaRPr lang="en-GB" dirty="0"/>
          </a:p>
        </p:txBody>
      </p:sp>
      <p:sp>
        <p:nvSpPr>
          <p:cNvPr id="4"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1" name="Espace réservé du texte 10"/>
          <p:cNvSpPr>
            <a:spLocks noGrp="1"/>
          </p:cNvSpPr>
          <p:nvPr>
            <p:ph type="body" sz="quarter" idx="10"/>
          </p:nvPr>
        </p:nvSpPr>
        <p:spPr>
          <a:xfrm>
            <a:off x="227013" y="2565000"/>
            <a:ext cx="9253537" cy="392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937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4761" name="Freeform 9"/>
          <p:cNvSpPr>
            <a:spLocks/>
          </p:cNvSpPr>
          <p:nvPr userDrawn="1"/>
        </p:nvSpPr>
        <p:spPr bwMode="auto">
          <a:xfrm>
            <a:off x="0" y="0"/>
            <a:ext cx="4415526" cy="3176270"/>
          </a:xfrm>
          <a:custGeom>
            <a:avLst/>
            <a:gdLst/>
            <a:ahLst/>
            <a:cxnLst>
              <a:cxn ang="0">
                <a:pos x="0" y="877"/>
              </a:cxn>
              <a:cxn ang="0">
                <a:pos x="0" y="852"/>
              </a:cxn>
              <a:cxn ang="0">
                <a:pos x="0" y="10"/>
              </a:cxn>
              <a:cxn ang="0">
                <a:pos x="0" y="0"/>
              </a:cxn>
              <a:cxn ang="0">
                <a:pos x="37" y="0"/>
              </a:cxn>
              <a:cxn ang="0">
                <a:pos x="1233" y="0"/>
              </a:cxn>
              <a:cxn ang="0">
                <a:pos x="1250" y="9"/>
              </a:cxn>
              <a:cxn ang="0">
                <a:pos x="1350" y="178"/>
              </a:cxn>
              <a:cxn ang="0">
                <a:pos x="1373" y="380"/>
              </a:cxn>
              <a:cxn ang="0">
                <a:pos x="1277" y="541"/>
              </a:cxn>
              <a:cxn ang="0">
                <a:pos x="1269" y="544"/>
              </a:cxn>
              <a:cxn ang="0">
                <a:pos x="1160" y="550"/>
              </a:cxn>
              <a:cxn ang="0">
                <a:pos x="1007" y="624"/>
              </a:cxn>
              <a:cxn ang="0">
                <a:pos x="772" y="775"/>
              </a:cxn>
              <a:cxn ang="0">
                <a:pos x="516" y="921"/>
              </a:cxn>
              <a:cxn ang="0">
                <a:pos x="289" y="988"/>
              </a:cxn>
              <a:cxn ang="0">
                <a:pos x="1" y="879"/>
              </a:cxn>
              <a:cxn ang="0">
                <a:pos x="0" y="877"/>
              </a:cxn>
            </a:cxnLst>
            <a:rect l="0" t="0" r="r" b="b"/>
            <a:pathLst>
              <a:path w="1388" h="998">
                <a:moveTo>
                  <a:pt x="0" y="877"/>
                </a:moveTo>
                <a:cubicBezTo>
                  <a:pt x="0" y="869"/>
                  <a:pt x="0" y="860"/>
                  <a:pt x="0" y="852"/>
                </a:cubicBezTo>
                <a:cubicBezTo>
                  <a:pt x="0" y="571"/>
                  <a:pt x="0" y="290"/>
                  <a:pt x="0" y="10"/>
                </a:cubicBezTo>
                <a:cubicBezTo>
                  <a:pt x="0" y="7"/>
                  <a:pt x="0" y="3"/>
                  <a:pt x="0" y="0"/>
                </a:cubicBezTo>
                <a:cubicBezTo>
                  <a:pt x="12" y="0"/>
                  <a:pt x="25" y="0"/>
                  <a:pt x="37" y="0"/>
                </a:cubicBezTo>
                <a:cubicBezTo>
                  <a:pt x="435" y="0"/>
                  <a:pt x="834" y="0"/>
                  <a:pt x="1233" y="0"/>
                </a:cubicBezTo>
                <a:cubicBezTo>
                  <a:pt x="1241" y="0"/>
                  <a:pt x="1245" y="3"/>
                  <a:pt x="1250" y="9"/>
                </a:cubicBezTo>
                <a:cubicBezTo>
                  <a:pt x="1290" y="61"/>
                  <a:pt x="1325" y="116"/>
                  <a:pt x="1350" y="178"/>
                </a:cubicBezTo>
                <a:cubicBezTo>
                  <a:pt x="1376" y="243"/>
                  <a:pt x="1388" y="310"/>
                  <a:pt x="1373" y="380"/>
                </a:cubicBezTo>
                <a:cubicBezTo>
                  <a:pt x="1359" y="445"/>
                  <a:pt x="1324" y="496"/>
                  <a:pt x="1277" y="541"/>
                </a:cubicBezTo>
                <a:cubicBezTo>
                  <a:pt x="1275" y="543"/>
                  <a:pt x="1273" y="545"/>
                  <a:pt x="1269" y="544"/>
                </a:cubicBezTo>
                <a:cubicBezTo>
                  <a:pt x="1232" y="532"/>
                  <a:pt x="1196" y="539"/>
                  <a:pt x="1160" y="550"/>
                </a:cubicBezTo>
                <a:cubicBezTo>
                  <a:pt x="1106" y="568"/>
                  <a:pt x="1056" y="595"/>
                  <a:pt x="1007" y="624"/>
                </a:cubicBezTo>
                <a:cubicBezTo>
                  <a:pt x="927" y="672"/>
                  <a:pt x="850" y="725"/>
                  <a:pt x="772" y="775"/>
                </a:cubicBezTo>
                <a:cubicBezTo>
                  <a:pt x="689" y="828"/>
                  <a:pt x="605" y="879"/>
                  <a:pt x="516" y="921"/>
                </a:cubicBezTo>
                <a:cubicBezTo>
                  <a:pt x="443" y="954"/>
                  <a:pt x="369" y="980"/>
                  <a:pt x="289" y="988"/>
                </a:cubicBezTo>
                <a:cubicBezTo>
                  <a:pt x="175" y="998"/>
                  <a:pt x="79" y="962"/>
                  <a:pt x="1" y="879"/>
                </a:cubicBezTo>
                <a:cubicBezTo>
                  <a:pt x="0" y="879"/>
                  <a:pt x="0" y="878"/>
                  <a:pt x="0" y="877"/>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227349" y="0"/>
            <a:ext cx="3633451" cy="2307771"/>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231351" y="3420284"/>
            <a:ext cx="4286594" cy="2993216"/>
          </a:xfrm>
          <a:prstGeom prst="rect">
            <a:avLst/>
          </a:prstGeom>
        </p:spPr>
        <p:txBody>
          <a:bodyPr>
            <a:no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ext Placeholder 4">
            <a:extLst>
              <a:ext uri="{FF2B5EF4-FFF2-40B4-BE49-F238E27FC236}">
                <a16:creationId xmlns:a16="http://schemas.microsoft.com/office/drawing/2014/main" id="{3F6EE60C-2261-45A0-AD6F-B5F767C57B57}"/>
              </a:ext>
            </a:extLst>
          </p:cNvPr>
          <p:cNvSpPr>
            <a:spLocks noGrp="1"/>
          </p:cNvSpPr>
          <p:nvPr>
            <p:ph type="body" sz="quarter" idx="29" hasCustomPrompt="1"/>
          </p:nvPr>
        </p:nvSpPr>
        <p:spPr>
          <a:xfrm>
            <a:off x="6981371" y="518014"/>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6" name="Text Placeholder 7">
            <a:extLst>
              <a:ext uri="{FF2B5EF4-FFF2-40B4-BE49-F238E27FC236}">
                <a16:creationId xmlns:a16="http://schemas.microsoft.com/office/drawing/2014/main" id="{ABE7F41D-73F9-4353-AE3F-71AB8377048D}"/>
              </a:ext>
            </a:extLst>
          </p:cNvPr>
          <p:cNvSpPr>
            <a:spLocks noGrp="1"/>
          </p:cNvSpPr>
          <p:nvPr>
            <p:ph type="body" sz="quarter" idx="30" hasCustomPrompt="1"/>
          </p:nvPr>
        </p:nvSpPr>
        <p:spPr>
          <a:xfrm>
            <a:off x="6981372"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4">
            <a:extLst>
              <a:ext uri="{FF2B5EF4-FFF2-40B4-BE49-F238E27FC236}">
                <a16:creationId xmlns:a16="http://schemas.microsoft.com/office/drawing/2014/main" id="{83D9B326-443F-495A-B788-21C48AC85AE2}"/>
              </a:ext>
            </a:extLst>
          </p:cNvPr>
          <p:cNvSpPr>
            <a:spLocks noGrp="1"/>
          </p:cNvSpPr>
          <p:nvPr>
            <p:ph type="body" sz="quarter" idx="31" hasCustomPrompt="1"/>
          </p:nvPr>
        </p:nvSpPr>
        <p:spPr>
          <a:xfrm>
            <a:off x="6981371" y="4647262"/>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7">
            <a:extLst>
              <a:ext uri="{FF2B5EF4-FFF2-40B4-BE49-F238E27FC236}">
                <a16:creationId xmlns:a16="http://schemas.microsoft.com/office/drawing/2014/main" id="{00358894-025F-4D0E-AF6E-F99EDF29800A}"/>
              </a:ext>
            </a:extLst>
          </p:cNvPr>
          <p:cNvSpPr>
            <a:spLocks noGrp="1"/>
          </p:cNvSpPr>
          <p:nvPr>
            <p:ph type="body" sz="quarter" idx="32" hasCustomPrompt="1"/>
          </p:nvPr>
        </p:nvSpPr>
        <p:spPr>
          <a:xfrm>
            <a:off x="6981372"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Text Placeholder 4">
            <a:extLst>
              <a:ext uri="{FF2B5EF4-FFF2-40B4-BE49-F238E27FC236}">
                <a16:creationId xmlns:a16="http://schemas.microsoft.com/office/drawing/2014/main" id="{EE5AF299-5A92-48E3-B18F-F7FE7AB9EED4}"/>
              </a:ext>
            </a:extLst>
          </p:cNvPr>
          <p:cNvSpPr>
            <a:spLocks noGrp="1"/>
          </p:cNvSpPr>
          <p:nvPr>
            <p:ph type="body" sz="quarter" idx="33" hasCustomPrompt="1"/>
          </p:nvPr>
        </p:nvSpPr>
        <p:spPr>
          <a:xfrm>
            <a:off x="6981371" y="2563381"/>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20" name="Text Placeholder 7">
            <a:extLst>
              <a:ext uri="{FF2B5EF4-FFF2-40B4-BE49-F238E27FC236}">
                <a16:creationId xmlns:a16="http://schemas.microsoft.com/office/drawing/2014/main" id="{F951F368-6540-4675-9A52-0824638E0EF4}"/>
              </a:ext>
            </a:extLst>
          </p:cNvPr>
          <p:cNvSpPr>
            <a:spLocks noGrp="1"/>
          </p:cNvSpPr>
          <p:nvPr>
            <p:ph type="body" sz="quarter" idx="34" hasCustomPrompt="1"/>
          </p:nvPr>
        </p:nvSpPr>
        <p:spPr>
          <a:xfrm>
            <a:off x="6981372"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040484"/>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2"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299622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3"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10784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Tree>
    <p:extLst>
      <p:ext uri="{BB962C8B-B14F-4D97-AF65-F5344CB8AC3E}">
        <p14:creationId xmlns:p14="http://schemas.microsoft.com/office/powerpoint/2010/main" val="855885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32947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3841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901351" y="831584"/>
            <a:ext cx="7289800" cy="602615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694195" y="2191647"/>
            <a:ext cx="4021613" cy="3160282"/>
          </a:xfrm>
          <a:prstGeom prst="rect">
            <a:avLst/>
          </a:prstGeom>
        </p:spPr>
        <p:txBody>
          <a:bodyPr anchor="ctr">
            <a:norm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0" y="-1588"/>
            <a:ext cx="6654800" cy="6859588"/>
          </a:xfrm>
          <a:prstGeom prst="rect">
            <a:avLst/>
          </a:prstGeom>
        </p:spPr>
        <p:txBody>
          <a:bodyPr anchor="ctr"/>
          <a:lstStyle>
            <a:lvl1pPr marL="0" indent="0" algn="ctr">
              <a:buNone/>
              <a:defRPr/>
            </a:lvl1pPr>
          </a:lstStyle>
          <a:p>
            <a:r>
              <a:rPr lang="en-US" dirty="0"/>
              <a:t>Click icon to add picture</a:t>
            </a:r>
            <a:endParaRPr lang="pt-PT"/>
          </a:p>
        </p:txBody>
      </p:sp>
    </p:spTree>
    <p:extLst>
      <p:ext uri="{BB962C8B-B14F-4D97-AF65-F5344CB8AC3E}">
        <p14:creationId xmlns:p14="http://schemas.microsoft.com/office/powerpoint/2010/main" val="3683214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8DC6A54A-9BF8-4F66-8401-A8591C494FA5}"/>
              </a:ext>
            </a:extLst>
          </p:cNvPr>
          <p:cNvGrpSpPr/>
          <p:nvPr userDrawn="1"/>
        </p:nvGrpSpPr>
        <p:grpSpPr>
          <a:xfrm>
            <a:off x="0" y="0"/>
            <a:ext cx="7102050" cy="6410325"/>
            <a:chOff x="4563414" y="273880"/>
            <a:chExt cx="7102050" cy="6410325"/>
          </a:xfrm>
        </p:grpSpPr>
        <p:sp>
          <p:nvSpPr>
            <p:cNvPr id="5" name="Forme libre : forme 4">
              <a:extLst>
                <a:ext uri="{FF2B5EF4-FFF2-40B4-BE49-F238E27FC236}">
                  <a16:creationId xmlns:a16="http://schemas.microsoft.com/office/drawing/2014/main" id="{FC158D16-9C05-4713-8244-FC00FD82627D}"/>
                </a:ext>
              </a:extLst>
            </p:cNvPr>
            <p:cNvSpPr/>
            <p:nvPr/>
          </p:nvSpPr>
          <p:spPr>
            <a:xfrm>
              <a:off x="6350514" y="273880"/>
              <a:ext cx="531495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dirty="0"/>
            </a:p>
          </p:txBody>
        </p:sp>
        <p:sp>
          <p:nvSpPr>
            <p:cNvPr id="12" name="Forme libre : forme 11">
              <a:extLst>
                <a:ext uri="{FF2B5EF4-FFF2-40B4-BE49-F238E27FC236}">
                  <a16:creationId xmlns:a16="http://schemas.microsoft.com/office/drawing/2014/main" id="{68C303D7-566A-4588-87A6-E7E84D1C38CA}"/>
                </a:ext>
              </a:extLst>
            </p:cNvPr>
            <p:cNvSpPr/>
            <p:nvPr/>
          </p:nvSpPr>
          <p:spPr>
            <a:xfrm>
              <a:off x="4563414" y="273880"/>
              <a:ext cx="3486150"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chemeClr val="accent3"/>
            </a:solidFill>
            <a:ln w="9525" cap="flat">
              <a:noFill/>
              <a:prstDash val="solid"/>
              <a:miter/>
            </a:ln>
          </p:spPr>
          <p:txBody>
            <a:bodyPr rtlCol="0" anchor="ctr"/>
            <a:lstStyle/>
            <a:p>
              <a:endParaRPr lang="en-US" dirty="0"/>
            </a:p>
          </p:txBody>
        </p:sp>
      </p:gr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656000" y="0"/>
            <a:ext cx="7536000"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1197000"/>
            <a:ext cx="4195292"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481299528"/>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711624" y="0"/>
            <a:ext cx="9479298"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14" name="Freeform 5">
            <a:extLst>
              <a:ext uri="{FF2B5EF4-FFF2-40B4-BE49-F238E27FC236}">
                <a16:creationId xmlns:a16="http://schemas.microsoft.com/office/drawing/2014/main" id="{097E2B3C-7165-47CD-8F90-29BD547B5A2B}"/>
              </a:ext>
            </a:extLst>
          </p:cNvPr>
          <p:cNvSpPr>
            <a:spLocks noChangeAspect="1"/>
          </p:cNvSpPr>
          <p:nvPr userDrawn="1"/>
        </p:nvSpPr>
        <p:spPr bwMode="auto">
          <a:xfrm>
            <a:off x="0" y="0"/>
            <a:ext cx="8178684" cy="8469560"/>
          </a:xfrm>
          <a:custGeom>
            <a:avLst/>
            <a:gdLst>
              <a:gd name="T0" fmla="*/ 1453 w 1637"/>
              <a:gd name="T1" fmla="*/ 0 h 1514"/>
              <a:gd name="T2" fmla="*/ 1238 w 1637"/>
              <a:gd name="T3" fmla="*/ 495 h 1514"/>
              <a:gd name="T4" fmla="*/ 763 w 1637"/>
              <a:gd name="T5" fmla="*/ 1047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5"/>
                </a:cubicBezTo>
                <a:cubicBezTo>
                  <a:pt x="840" y="663"/>
                  <a:pt x="594" y="755"/>
                  <a:pt x="763" y="1047"/>
                </a:cubicBezTo>
                <a:cubicBezTo>
                  <a:pt x="230" y="1514"/>
                  <a:pt x="0" y="1449"/>
                  <a:pt x="0" y="1449"/>
                </a:cubicBezTo>
                <a:cubicBezTo>
                  <a:pt x="0" y="0"/>
                  <a:pt x="0" y="0"/>
                  <a:pt x="0" y="0"/>
                </a:cubicBezTo>
                <a:lnTo>
                  <a:pt x="14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662617"/>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700268769"/>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break 1 (presentation)">
    <p:bg>
      <p:bgPr>
        <a:solidFill>
          <a:schemeClr val="accent1"/>
        </a:solidFill>
        <a:effectLst/>
      </p:bgPr>
    </p:bg>
    <p:spTree>
      <p:nvGrpSpPr>
        <p:cNvPr id="1" name=""/>
        <p:cNvGrpSpPr/>
        <p:nvPr/>
      </p:nvGrpSpPr>
      <p:grpSpPr>
        <a:xfrm>
          <a:off x="0" y="0"/>
          <a:ext cx="0" cy="0"/>
          <a:chOff x="0" y="0"/>
          <a:chExt cx="0" cy="0"/>
        </a:xfrm>
      </p:grpSpPr>
      <p:sp>
        <p:nvSpPr>
          <p:cNvPr id="256" name="Freeform 13">
            <a:extLst>
              <a:ext uri="{FF2B5EF4-FFF2-40B4-BE49-F238E27FC236}">
                <a16:creationId xmlns:a16="http://schemas.microsoft.com/office/drawing/2014/main" id="{25056D0A-F6A8-442B-8FEF-B02418FD5A83}"/>
              </a:ext>
            </a:extLst>
          </p:cNvPr>
          <p:cNvSpPr>
            <a:spLocks noChangeAspect="1"/>
          </p:cNvSpPr>
          <p:nvPr userDrawn="1"/>
        </p:nvSpPr>
        <p:spPr bwMode="auto">
          <a:xfrm rot="16200000" flipH="1" flipV="1">
            <a:off x="7479358" y="2150328"/>
            <a:ext cx="6867941" cy="2557343"/>
          </a:xfrm>
          <a:custGeom>
            <a:avLst/>
            <a:gdLst>
              <a:gd name="T0" fmla="*/ 0 w 1222"/>
              <a:gd name="T1" fmla="*/ 0 h 932"/>
              <a:gd name="T2" fmla="*/ 0 w 1222"/>
              <a:gd name="T3" fmla="*/ 567 h 932"/>
              <a:gd name="T4" fmla="*/ 425 w 1222"/>
              <a:gd name="T5" fmla="*/ 929 h 932"/>
              <a:gd name="T6" fmla="*/ 804 w 1222"/>
              <a:gd name="T7" fmla="*/ 575 h 932"/>
              <a:gd name="T8" fmla="*/ 1222 w 1222"/>
              <a:gd name="T9" fmla="*/ 700 h 932"/>
              <a:gd name="T10" fmla="*/ 1222 w 1222"/>
              <a:gd name="T11" fmla="*/ 0 h 932"/>
              <a:gd name="T12" fmla="*/ 0 w 1222"/>
              <a:gd name="T13" fmla="*/ 0 h 932"/>
            </a:gdLst>
            <a:ahLst/>
            <a:cxnLst>
              <a:cxn ang="0">
                <a:pos x="T0" y="T1"/>
              </a:cxn>
              <a:cxn ang="0">
                <a:pos x="T2" y="T3"/>
              </a:cxn>
              <a:cxn ang="0">
                <a:pos x="T4" y="T5"/>
              </a:cxn>
              <a:cxn ang="0">
                <a:pos x="T6" y="T7"/>
              </a:cxn>
              <a:cxn ang="0">
                <a:pos x="T8" y="T9"/>
              </a:cxn>
              <a:cxn ang="0">
                <a:pos x="T10" y="T11"/>
              </a:cxn>
              <a:cxn ang="0">
                <a:pos x="T12" y="T13"/>
              </a:cxn>
            </a:cxnLst>
            <a:rect l="0" t="0" r="r" b="b"/>
            <a:pathLst>
              <a:path w="1222" h="932">
                <a:moveTo>
                  <a:pt x="0" y="0"/>
                </a:moveTo>
                <a:cubicBezTo>
                  <a:pt x="0" y="567"/>
                  <a:pt x="0" y="567"/>
                  <a:pt x="0" y="567"/>
                </a:cubicBezTo>
                <a:cubicBezTo>
                  <a:pt x="0" y="567"/>
                  <a:pt x="111" y="924"/>
                  <a:pt x="425" y="929"/>
                </a:cubicBezTo>
                <a:cubicBezTo>
                  <a:pt x="610" y="932"/>
                  <a:pt x="681" y="819"/>
                  <a:pt x="804" y="575"/>
                </a:cubicBezTo>
                <a:cubicBezTo>
                  <a:pt x="953" y="597"/>
                  <a:pt x="1096" y="638"/>
                  <a:pt x="1222" y="700"/>
                </a:cubicBezTo>
                <a:cubicBezTo>
                  <a:pt x="1222" y="0"/>
                  <a:pt x="1222" y="0"/>
                  <a:pt x="1222" y="0"/>
                </a:cubicBezTo>
                <a:lnTo>
                  <a:pt x="0" y="0"/>
                </a:lnTo>
                <a:close/>
              </a:path>
            </a:pathLst>
          </a:custGeom>
          <a:solidFill>
            <a:schemeClr val="bg1"/>
          </a:solidFill>
          <a:ln>
            <a:noFill/>
          </a:ln>
          <a:effectLst/>
        </p:spPr>
        <p:txBody>
          <a:bodyPr vert="horz" wrap="square" lIns="121920" tIns="60960" rIns="121920" bIns="60960" numCol="1" anchor="t" anchorCtr="0" compatLnSpc="1">
            <a:prstTxWarp prst="textNoShape">
              <a:avLst/>
            </a:prstTxWarp>
          </a:bodyPr>
          <a:lstStyle/>
          <a:p>
            <a:endParaRPr lang="en-US" sz="2400" dirty="0"/>
          </a:p>
        </p:txBody>
      </p:sp>
      <p:sp>
        <p:nvSpPr>
          <p:cNvPr id="259" name="Titre 1">
            <a:extLst>
              <a:ext uri="{FF2B5EF4-FFF2-40B4-BE49-F238E27FC236}">
                <a16:creationId xmlns:a16="http://schemas.microsoft.com/office/drawing/2014/main" id="{FA98AEB8-061D-41B1-8B3D-F8B62456D8D9}"/>
              </a:ext>
            </a:extLst>
          </p:cNvPr>
          <p:cNvSpPr>
            <a:spLocks noGrp="1"/>
          </p:cNvSpPr>
          <p:nvPr userDrawn="1">
            <p:ph type="ctrTitle" hasCustomPrompt="1"/>
          </p:nvPr>
        </p:nvSpPr>
        <p:spPr>
          <a:xfrm>
            <a:off x="584598" y="978131"/>
            <a:ext cx="8026069" cy="2751813"/>
          </a:xfrm>
          <a:prstGeom prst="rect">
            <a:avLst/>
          </a:prstGeom>
        </p:spPr>
        <p:txBody>
          <a:bodyPr anchor="b" anchorCtr="0">
            <a:noAutofit/>
          </a:bodyPr>
          <a:lstStyle>
            <a:lvl1pPr algn="l">
              <a:lnSpc>
                <a:spcPts val="6133"/>
              </a:lnSpc>
              <a:defRPr sz="4400" baseline="0">
                <a:solidFill>
                  <a:schemeClr val="bg1"/>
                </a:solidFill>
              </a:defRPr>
            </a:lvl1pPr>
          </a:lstStyle>
          <a:p>
            <a:pPr lvl="0"/>
            <a:r>
              <a:rPr lang="en-US" dirty="0"/>
              <a:t>Click to insert section title</a:t>
            </a:r>
            <a:endParaRPr lang="pt-PT" dirty="0"/>
          </a:p>
        </p:txBody>
      </p:sp>
      <p:sp>
        <p:nvSpPr>
          <p:cNvPr id="260" name="Sous-titre 2">
            <a:extLst>
              <a:ext uri="{FF2B5EF4-FFF2-40B4-BE49-F238E27FC236}">
                <a16:creationId xmlns:a16="http://schemas.microsoft.com/office/drawing/2014/main" id="{56C34801-49BF-47C5-9121-10AB164315A4}"/>
              </a:ext>
            </a:extLst>
          </p:cNvPr>
          <p:cNvSpPr>
            <a:spLocks noGrp="1"/>
          </p:cNvSpPr>
          <p:nvPr userDrawn="1">
            <p:ph type="subTitle" idx="1"/>
          </p:nvPr>
        </p:nvSpPr>
        <p:spPr>
          <a:xfrm>
            <a:off x="584597" y="3888939"/>
            <a:ext cx="6988463" cy="1752600"/>
          </a:xfrm>
          <a:prstGeom prst="rect">
            <a:avLst/>
          </a:prstGeom>
        </p:spPr>
        <p:txBody>
          <a:bodyPr/>
          <a:lstStyle>
            <a:lvl1pPr marL="0" indent="0" algn="l">
              <a:spcBef>
                <a:spcPts val="0"/>
              </a:spcBef>
              <a:buNone/>
              <a:defRPr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fr-FR" dirty="0"/>
          </a:p>
        </p:txBody>
      </p:sp>
      <p:grpSp>
        <p:nvGrpSpPr>
          <p:cNvPr id="258" name="Groupe 257">
            <a:extLst>
              <a:ext uri="{FF2B5EF4-FFF2-40B4-BE49-F238E27FC236}">
                <a16:creationId xmlns:a16="http://schemas.microsoft.com/office/drawing/2014/main" id="{75BB07C4-C16B-43EA-BE3C-52AE5AB6EDEA}"/>
              </a:ext>
            </a:extLst>
          </p:cNvPr>
          <p:cNvGrpSpPr/>
          <p:nvPr userDrawn="1"/>
        </p:nvGrpSpPr>
        <p:grpSpPr>
          <a:xfrm>
            <a:off x="11501102" y="171573"/>
            <a:ext cx="419436" cy="388988"/>
            <a:chOff x="11501102" y="171573"/>
            <a:chExt cx="419436" cy="388988"/>
          </a:xfrm>
        </p:grpSpPr>
        <p:sp>
          <p:nvSpPr>
            <p:cNvPr id="264" name="Freeform 13">
              <a:extLst>
                <a:ext uri="{FF2B5EF4-FFF2-40B4-BE49-F238E27FC236}">
                  <a16:creationId xmlns:a16="http://schemas.microsoft.com/office/drawing/2014/main" id="{A9780485-C4BF-4ECA-8A72-83A10A3277B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65" name="Freeform 14">
              <a:extLst>
                <a:ext uri="{FF2B5EF4-FFF2-40B4-BE49-F238E27FC236}">
                  <a16:creationId xmlns:a16="http://schemas.microsoft.com/office/drawing/2014/main" id="{84801B76-5710-4A84-B7A8-D575F34FB8B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7091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9865843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Final Slide 2">
    <p:spTree>
      <p:nvGrpSpPr>
        <p:cNvPr id="1" name=""/>
        <p:cNvGrpSpPr/>
        <p:nvPr/>
      </p:nvGrpSpPr>
      <p:grpSpPr>
        <a:xfrm>
          <a:off x="0" y="0"/>
          <a:ext cx="0" cy="0"/>
          <a:chOff x="0" y="0"/>
          <a:chExt cx="0" cy="0"/>
        </a:xfrm>
      </p:grpSpPr>
      <p:sp>
        <p:nvSpPr>
          <p:cNvPr id="36" name="Rectangle 35"/>
          <p:cNvSpPr/>
          <p:nvPr userDrawn="1"/>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48" name="Rectangle 47"/>
          <p:cNvSpPr/>
          <p:nvPr userDrawn="1"/>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grpSp>
        <p:nvGrpSpPr>
          <p:cNvPr id="3" name="Groupe 2">
            <a:extLst>
              <a:ext uri="{FF2B5EF4-FFF2-40B4-BE49-F238E27FC236}">
                <a16:creationId xmlns:a16="http://schemas.microsoft.com/office/drawing/2014/main" id="{1C3923B5-D83F-43D2-B673-E5F08E418856}"/>
              </a:ext>
            </a:extLst>
          </p:cNvPr>
          <p:cNvGrpSpPr/>
          <p:nvPr userDrawn="1"/>
        </p:nvGrpSpPr>
        <p:grpSpPr>
          <a:xfrm>
            <a:off x="426720" y="5256045"/>
            <a:ext cx="1866702" cy="333195"/>
            <a:chOff x="426720" y="4829457"/>
            <a:chExt cx="1866702" cy="333195"/>
          </a:xfrm>
        </p:grpSpPr>
        <p:pic>
          <p:nvPicPr>
            <p:cNvPr id="50" name="Picture 2" descr="D:\My Work\Template\Icons\Social Media\LinkedIN.png">
              <a:hlinkClick r:id="rId6"/>
            </p:cNvPr>
            <p:cNvPicPr>
              <a:picLocks noChangeAspect="1" noChangeArrowheads="1"/>
            </p:cNvPicPr>
            <p:nvPr userDrawn="1"/>
          </p:nvPicPr>
          <p:blipFill>
            <a:blip r:embed="rId7" cstate="print">
              <a:duotone>
                <a:schemeClr val="accent2">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a:fillRect/>
            </a:stretch>
          </p:blipFill>
          <p:spPr bwMode="auto">
            <a:xfrm>
              <a:off x="810097" y="4829457"/>
              <a:ext cx="333195" cy="333195"/>
            </a:xfrm>
            <a:prstGeom prst="rect">
              <a:avLst/>
            </a:prstGeom>
            <a:noFill/>
          </p:spPr>
        </p:pic>
        <p:pic>
          <p:nvPicPr>
            <p:cNvPr id="52" name="Picture 4" descr="D:\My Work\Template\Icons\Social Media\SlideShare.png">
              <a:hlinkClick r:id="rId9"/>
            </p:cNvPr>
            <p:cNvPicPr>
              <a:picLocks noChangeAspect="1" noChangeArrowheads="1"/>
            </p:cNvPicPr>
            <p:nvPr userDrawn="1"/>
          </p:nvPicPr>
          <p:blipFill>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brightnessContrast bright="-100000"/>
                      </a14:imgEffect>
                    </a14:imgLayer>
                  </a14:imgProps>
                </a:ext>
              </a:extLst>
            </a:blip>
            <a:srcRect/>
            <a:stretch>
              <a:fillRect/>
            </a:stretch>
          </p:blipFill>
          <p:spPr bwMode="auto">
            <a:xfrm>
              <a:off x="1193474" y="4829457"/>
              <a:ext cx="333195" cy="333195"/>
            </a:xfrm>
            <a:prstGeom prst="rect">
              <a:avLst/>
            </a:prstGeom>
            <a:noFill/>
          </p:spPr>
        </p:pic>
        <p:pic>
          <p:nvPicPr>
            <p:cNvPr id="53" name="Picture 5" descr="D:\My Work\Template\Icons\Social Media\Twitter.png">
              <a:hlinkClick r:id="rId12"/>
            </p:cNvPr>
            <p:cNvPicPr>
              <a:picLocks noChangeAspect="1" noChangeArrowheads="1"/>
            </p:cNvPicPr>
            <p:nvPr userDrawn="1"/>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brightnessContrast bright="-100000"/>
                      </a14:imgEffect>
                    </a14:imgLayer>
                  </a14:imgProps>
                </a:ext>
              </a:extLst>
            </a:blip>
            <a:srcRect/>
            <a:stretch>
              <a:fillRect/>
            </a:stretch>
          </p:blipFill>
          <p:spPr bwMode="auto">
            <a:xfrm>
              <a:off x="1576851" y="4829457"/>
              <a:ext cx="333195" cy="333195"/>
            </a:xfrm>
            <a:prstGeom prst="rect">
              <a:avLst/>
            </a:prstGeom>
            <a:noFill/>
          </p:spPr>
        </p:pic>
        <p:pic>
          <p:nvPicPr>
            <p:cNvPr id="54" name="Picture 6" descr="D:\My Work\Template\Icons\Social Media\YouTube.png">
              <a:hlinkClick r:id="rId15"/>
            </p:cNvPr>
            <p:cNvPicPr>
              <a:picLocks noChangeAspect="1" noChangeArrowheads="1"/>
            </p:cNvPicPr>
            <p:nvPr userDrawn="1"/>
          </p:nvPicPr>
          <p:blipFill>
            <a:blip r:embed="rId16" cstate="print">
              <a:duotone>
                <a:schemeClr val="accent2">
                  <a:shade val="45000"/>
                  <a:satMod val="135000"/>
                </a:schemeClr>
                <a:prstClr val="white"/>
              </a:duotone>
              <a:extLst>
                <a:ext uri="{BEBA8EAE-BF5A-486C-A8C5-ECC9F3942E4B}">
                  <a14:imgProps xmlns:a14="http://schemas.microsoft.com/office/drawing/2010/main">
                    <a14:imgLayer r:embed="rId17">
                      <a14:imgEffect>
                        <a14:sharpenSoften amount="50000"/>
                      </a14:imgEffect>
                      <a14:imgEffect>
                        <a14:brightnessContrast bright="-100000"/>
                      </a14:imgEffect>
                    </a14:imgLayer>
                  </a14:imgProps>
                </a:ext>
              </a:extLst>
            </a:blip>
            <a:srcRect/>
            <a:stretch>
              <a:fillRect/>
            </a:stretch>
          </p:blipFill>
          <p:spPr bwMode="auto">
            <a:xfrm>
              <a:off x="1960227" y="4829457"/>
              <a:ext cx="333195" cy="333195"/>
            </a:xfrm>
            <a:prstGeom prst="rect">
              <a:avLst/>
            </a:prstGeom>
            <a:noFill/>
          </p:spPr>
        </p:pic>
        <p:pic>
          <p:nvPicPr>
            <p:cNvPr id="55"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ext uri="{BEBA8EAE-BF5A-486C-A8C5-ECC9F3942E4B}">
                  <a14:imgProps xmlns:a14="http://schemas.microsoft.com/office/drawing/2010/main">
                    <a14:imgLayer r:embed="rId20">
                      <a14:imgEffect>
                        <a14:sharpenSoften amount="-50000"/>
                      </a14:imgEffect>
                      <a14:imgEffect>
                        <a14:brightnessContrast bright="-100000"/>
                      </a14:imgEffect>
                    </a14:imgLayer>
                  </a14:imgProps>
                </a:ext>
              </a:extLst>
            </a:blip>
            <a:srcRect/>
            <a:stretch>
              <a:fillRect/>
            </a:stretch>
          </p:blipFill>
          <p:spPr bwMode="auto">
            <a:xfrm>
              <a:off x="426720" y="4829457"/>
              <a:ext cx="333195" cy="333195"/>
            </a:xfrm>
            <a:prstGeom prst="rect">
              <a:avLst/>
            </a:prstGeom>
            <a:noFill/>
          </p:spPr>
        </p:pic>
      </p:grpSp>
      <p:sp>
        <p:nvSpPr>
          <p:cNvPr id="57" name="Rectangle 56"/>
          <p:cNvSpPr/>
          <p:nvPr userDrawn="1"/>
        </p:nvSpPr>
        <p:spPr>
          <a:xfrm>
            <a:off x="426720" y="5871013"/>
            <a:ext cx="4198620" cy="369332"/>
          </a:xfrm>
          <a:prstGeom prst="rect">
            <a:avLst/>
          </a:prstGeom>
        </p:spPr>
        <p:txBody>
          <a:bodyPr wrap="square" lIns="0" tIns="0" rIns="0" bIns="0" anchor="b" anchorCtr="0">
            <a:spAutoFit/>
          </a:bodyPr>
          <a:lstStyle/>
          <a:p>
            <a:pPr>
              <a:spcAft>
                <a:spcPts val="600"/>
              </a:spcAft>
            </a:pPr>
            <a:r>
              <a:rPr lang="en-US" sz="800" noProof="0" dirty="0">
                <a:latin typeface="+mn-lt"/>
                <a:cs typeface="Arial"/>
              </a:rPr>
              <a:t>This presentation</a:t>
            </a:r>
            <a:r>
              <a:rPr lang="en-US" sz="800" baseline="0" noProof="0" dirty="0">
                <a:latin typeface="+mn-lt"/>
                <a:cs typeface="Arial"/>
              </a:rPr>
              <a:t> </a:t>
            </a:r>
            <a:r>
              <a:rPr lang="en-US" sz="800" noProof="0" dirty="0">
                <a:latin typeface="+mn-lt"/>
                <a:cs typeface="Arial"/>
              </a:rPr>
              <a:t>contains information that may be privileged or confidential and is the property of the Capgemini Group.</a:t>
            </a:r>
            <a:br>
              <a:rPr lang="en-US" sz="800" noProof="0" dirty="0">
                <a:latin typeface="+mn-lt"/>
                <a:cs typeface="Arial"/>
              </a:rPr>
            </a:br>
            <a:r>
              <a:rPr lang="en-US" sz="800" noProof="0" dirty="0">
                <a:latin typeface="Arial"/>
                <a:cs typeface="Arial"/>
              </a:rPr>
              <a:t>Copyright © 2021 Capgemini. All rights reserved.</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cxnSp>
        <p:nvCxnSpPr>
          <p:cNvPr id="64" name="Straight Connector 63"/>
          <p:cNvCxnSpPr/>
          <p:nvPr userDrawn="1"/>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userDrawn="1"/>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spTree>
    <p:extLst>
      <p:ext uri="{BB962C8B-B14F-4D97-AF65-F5344CB8AC3E}">
        <p14:creationId xmlns:p14="http://schemas.microsoft.com/office/powerpoint/2010/main" val="219216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oleObject" Target="../embeddings/oleObject6.bin"/><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ags" Target="../tags/tag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8.xml"/><Relationship Id="rId7" Type="http://schemas.openxmlformats.org/officeDocument/2006/relationships/oleObject" Target="../embeddings/oleObject12.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12.xml"/><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tags" Target="../tags/tag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2233840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700" dirty="0">
                <a:solidFill>
                  <a:schemeClr val="bg1">
                    <a:lumMod val="65000"/>
                  </a:schemeClr>
                </a:solidFill>
              </a:rPr>
              <a:t>Presentation Title | Author | Date</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43898720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21" name="Object 20"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1"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grpSp>
        <p:nvGrpSpPr>
          <p:cNvPr id="16" name="Groupe 15">
            <a:extLst>
              <a:ext uri="{FF2B5EF4-FFF2-40B4-BE49-F238E27FC236}">
                <a16:creationId xmlns:a16="http://schemas.microsoft.com/office/drawing/2014/main" id="{9CCBF2C1-AE84-4920-BA55-06A21A3C64E9}"/>
              </a:ext>
            </a:extLst>
          </p:cNvPr>
          <p:cNvGrpSpPr/>
          <p:nvPr/>
        </p:nvGrpSpPr>
        <p:grpSpPr>
          <a:xfrm>
            <a:off x="12355040" y="33161"/>
            <a:ext cx="360000" cy="1800000"/>
            <a:chOff x="12355040" y="33161"/>
            <a:chExt cx="360000" cy="1800000"/>
          </a:xfrm>
        </p:grpSpPr>
        <p:sp>
          <p:nvSpPr>
            <p:cNvPr id="17" name="Rectangle 16">
              <a:extLst>
                <a:ext uri="{FF2B5EF4-FFF2-40B4-BE49-F238E27FC236}">
                  <a16:creationId xmlns:a16="http://schemas.microsoft.com/office/drawing/2014/main" id="{B08F5EF3-2356-4B1F-860E-01CACCDDB0B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8" name="Rectangle 17">
              <a:extLst>
                <a:ext uri="{FF2B5EF4-FFF2-40B4-BE49-F238E27FC236}">
                  <a16:creationId xmlns:a16="http://schemas.microsoft.com/office/drawing/2014/main" id="{AA3EC8E9-315E-47E1-AF32-83834998FDA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7DAF62B2-11CC-4B22-9A4B-18FA2DE2B586}"/>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C75D6175-E1F7-4C00-B893-FDD3A3F704F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B23D6F31-6A70-49F8-85C0-D3D2946BE1DF}"/>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06523405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7254603"/>
      </p:ext>
    </p:extLst>
  </p:cSld>
  <p:clrMap bg1="lt1" tx1="dk1" bg2="lt2" tx2="dk2" accent1="accent1" accent2="accent2" accent3="accent3" accent4="accent4" accent5="accent5" accent6="accent6" hlink="hlink" folHlink="folHlink"/>
  <p:sldLayoutIdLst>
    <p:sldLayoutId id="2147483683" r:id="rId1"/>
    <p:sldLayoutId id="2147483684"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5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80F938-59D0-338D-288E-C4DB3EAF3F98}"/>
              </a:ext>
            </a:extLst>
          </p:cNvPr>
          <p:cNvSpPr>
            <a:spLocks noGrp="1"/>
          </p:cNvSpPr>
          <p:nvPr>
            <p:ph type="ctrTitle"/>
          </p:nvPr>
        </p:nvSpPr>
        <p:spPr>
          <a:xfrm>
            <a:off x="5016499" y="3644152"/>
            <a:ext cx="6899275" cy="1449897"/>
          </a:xfrm>
        </p:spPr>
        <p:txBody>
          <a:bodyPr/>
          <a:lstStyle/>
          <a:p>
            <a:r>
              <a:rPr lang="en-US" sz="5400" dirty="0">
                <a:latin typeface="Times New Roman" panose="02020603050405020304" pitchFamily="18" charset="0"/>
                <a:cs typeface="Times New Roman" panose="02020603050405020304" pitchFamily="18" charset="0"/>
              </a:rPr>
              <a:t>Arrays</a:t>
            </a:r>
          </a:p>
        </p:txBody>
      </p:sp>
    </p:spTree>
    <p:extLst>
      <p:ext uri="{BB962C8B-B14F-4D97-AF65-F5344CB8AC3E}">
        <p14:creationId xmlns:p14="http://schemas.microsoft.com/office/powerpoint/2010/main" val="361651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98F187-0D56-A89A-7C00-5D131B5C7BFB}"/>
              </a:ext>
            </a:extLst>
          </p:cNvPr>
          <p:cNvSpPr txBox="1"/>
          <p:nvPr/>
        </p:nvSpPr>
        <p:spPr>
          <a:xfrm>
            <a:off x="681037" y="600075"/>
            <a:ext cx="10315575" cy="10802957"/>
          </a:xfrm>
          <a:prstGeom prst="rect">
            <a:avLst/>
          </a:prstGeom>
          <a:noFill/>
        </p:spPr>
        <p:txBody>
          <a:bodyPr wrap="square" rtlCol="0">
            <a:spAutoFit/>
          </a:bodyPr>
          <a:lstStyle/>
          <a:p>
            <a:endParaRPr lang="en-IN" dirty="0"/>
          </a:p>
          <a:p>
            <a:r>
              <a:rPr lang="en-IN" sz="2400" b="1" dirty="0">
                <a:latin typeface="Times New Roman" panose="02020603050405020304" pitchFamily="18" charset="0"/>
                <a:cs typeface="Times New Roman" panose="02020603050405020304" pitchFamily="18" charset="0"/>
              </a:rPr>
              <a:t>Definition</a:t>
            </a:r>
            <a:r>
              <a:rPr lang="en-IN" dirty="0"/>
              <a:t>:</a:t>
            </a:r>
          </a:p>
          <a:p>
            <a:endParaRPr lang="en-IN" dirty="0"/>
          </a:p>
          <a:p>
            <a:r>
              <a:rPr lang="en-IN" sz="2400" b="0" i="0" dirty="0">
                <a:effectLst/>
                <a:latin typeface="Times New Roman" panose="02020603050405020304" pitchFamily="18" charset="0"/>
                <a:cs typeface="Times New Roman" panose="02020603050405020304" pitchFamily="18" charset="0"/>
              </a:rPr>
              <a:t>An array is a variable that can store multiple values. For example, if you want to store 100 integers, you can create an array for it.</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Declaration</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dataType arrayName[arraySize];</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613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14C8C4-0D8F-F117-170E-7D0348D7E048}"/>
              </a:ext>
            </a:extLst>
          </p:cNvPr>
          <p:cNvSpPr txBox="1"/>
          <p:nvPr/>
        </p:nvSpPr>
        <p:spPr>
          <a:xfrm>
            <a:off x="381001" y="200025"/>
            <a:ext cx="11334750" cy="1191970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Access Array Elements</a:t>
            </a:r>
            <a:r>
              <a:rPr lang="en-IN" sz="2400" dirty="0">
                <a:latin typeface="Times New Roman" panose="02020603050405020304" pitchFamily="18" charset="0"/>
                <a:cs typeface="Times New Roman" panose="02020603050405020304" pitchFamily="18" charset="0"/>
              </a:rPr>
              <a:t>:</a:t>
            </a:r>
          </a:p>
          <a:p>
            <a:endParaRPr lang="en-IN" dirty="0"/>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Arrays have 0 as the first index, not 1. In this example, mark[0] is the first element.</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If the size of an array is n, to access the last element, the n-1 index is used. In this example, mark[4].</a:t>
            </a:r>
          </a:p>
          <a:p>
            <a:pPr>
              <a:lnSpc>
                <a:spcPct val="150000"/>
              </a:lnSpc>
            </a:pPr>
            <a:r>
              <a:rPr lang="en-IN" sz="2400" b="1" dirty="0">
                <a:latin typeface="Times New Roman" panose="02020603050405020304" pitchFamily="18" charset="0"/>
                <a:cs typeface="Times New Roman" panose="02020603050405020304" pitchFamily="18" charset="0"/>
              </a:rPr>
              <a:t>Example</a:t>
            </a:r>
            <a:r>
              <a:rPr lang="en-IN" sz="2400" dirty="0">
                <a:latin typeface="Times New Roman" panose="02020603050405020304" pitchFamily="18" charset="0"/>
                <a:cs typeface="Times New Roman" panose="02020603050405020304" pitchFamily="18" charset="0"/>
              </a:rPr>
              <a:t>:</a:t>
            </a:r>
          </a:p>
          <a:p>
            <a:pPr>
              <a:lnSpc>
                <a:spcPct val="150000"/>
              </a:lnSpc>
            </a:pPr>
            <a:r>
              <a:rPr lang="en-IN" sz="2400" dirty="0">
                <a:latin typeface="Times New Roman" panose="02020603050405020304" pitchFamily="18" charset="0"/>
                <a:cs typeface="Times New Roman" panose="02020603050405020304" pitchFamily="18" charset="0"/>
              </a:rPr>
              <a:t>#include &lt;stdio.h&gt;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int main(){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int arr[] = { 1 , 2, 3, 4, 5}</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printf("%d" , arr[0]);</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printf("%d" , arr[3]);</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return 0;</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615001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E7EE2B-1E92-424F-1902-38263B19B081}"/>
              </a:ext>
            </a:extLst>
          </p:cNvPr>
          <p:cNvSpPr txBox="1"/>
          <p:nvPr/>
        </p:nvSpPr>
        <p:spPr>
          <a:xfrm>
            <a:off x="666750" y="566678"/>
            <a:ext cx="10306050" cy="1144928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Initialize an array</a:t>
            </a:r>
            <a:r>
              <a:rPr lang="en-IN" sz="2400" dirty="0">
                <a:latin typeface="Times New Roman" panose="02020603050405020304" pitchFamily="18" charset="0"/>
                <a:cs typeface="Times New Roman" panose="02020603050405020304" pitchFamily="18" charset="0"/>
              </a:rPr>
              <a:t>:</a:t>
            </a:r>
          </a:p>
          <a:p>
            <a:endParaRPr lang="en-IN" dirty="0"/>
          </a:p>
          <a:p>
            <a:r>
              <a:rPr lang="en-IN" sz="2400" dirty="0">
                <a:latin typeface="Times New Roman" panose="02020603050405020304" pitchFamily="18" charset="0"/>
                <a:cs typeface="Times New Roman" panose="02020603050405020304" pitchFamily="18" charset="0"/>
              </a:rPr>
              <a:t>It is possible to initialize an array during declaration.</a:t>
            </a:r>
          </a:p>
          <a:p>
            <a:r>
              <a:rPr lang="en-IN" sz="2400" dirty="0">
                <a:latin typeface="Times New Roman" panose="02020603050405020304" pitchFamily="18" charset="0"/>
                <a:cs typeface="Times New Roman" panose="02020603050405020304" pitchFamily="18" charset="0"/>
              </a:rPr>
              <a:t> </a:t>
            </a:r>
          </a:p>
          <a:p>
            <a:r>
              <a:rPr lang="en-IN" sz="2400" b="1" dirty="0">
                <a:latin typeface="Times New Roman" panose="02020603050405020304" pitchFamily="18" charset="0"/>
                <a:cs typeface="Times New Roman" panose="02020603050405020304" pitchFamily="18" charset="0"/>
              </a:rPr>
              <a:t>For Example</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Int mark[5] = {19, 10, 8, 17, 9};</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You can also initialize an array like this.</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For Example</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Int mark[] = {19, 10, 8, 17, 9};</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Here, we haven’t specified the size. However, the compiler knows its size is 5 as we are initializing it with 5 elements.</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918488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B01E93-5CA4-BBCE-7F38-F0DDC951A4B6}"/>
              </a:ext>
            </a:extLst>
          </p:cNvPr>
          <p:cNvSpPr txBox="1"/>
          <p:nvPr/>
        </p:nvSpPr>
        <p:spPr>
          <a:xfrm>
            <a:off x="428626" y="257175"/>
            <a:ext cx="10839450" cy="118186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Array Input/Output</a:t>
            </a:r>
            <a:r>
              <a:rPr lang="en-IN" dirty="0"/>
              <a:t>:</a:t>
            </a:r>
          </a:p>
          <a:p>
            <a:endParaRPr lang="en-IN" dirty="0"/>
          </a:p>
          <a:p>
            <a:pPr rtl="0"/>
            <a:r>
              <a:rPr lang="en-IN" sz="2400" dirty="0">
                <a:latin typeface="Times New Roman" panose="02020603050405020304" pitchFamily="18" charset="0"/>
                <a:cs typeface="Times New Roman" panose="02020603050405020304" pitchFamily="18" charset="0"/>
              </a:rPr>
              <a:t>// Program to take 5 values from the user and store them in an array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Print the elements stored in the array</a:t>
            </a:r>
          </a:p>
          <a:p>
            <a:pPr rtl="0"/>
            <a:r>
              <a:rPr lang="en-IN" sz="2400" dirty="0">
                <a:latin typeface="Times New Roman" panose="02020603050405020304" pitchFamily="18" charset="0"/>
                <a:cs typeface="Times New Roman" panose="02020603050405020304" pitchFamily="18" charset="0"/>
              </a:rPr>
              <a:t>#include &lt;stdio.h&gt;</a:t>
            </a:r>
          </a:p>
          <a:p>
            <a:pPr rtl="0"/>
            <a:r>
              <a:rPr lang="en-IN" sz="2400" dirty="0">
                <a:latin typeface="Times New Roman" panose="02020603050405020304" pitchFamily="18" charset="0"/>
                <a:cs typeface="Times New Roman" panose="02020603050405020304" pitchFamily="18" charset="0"/>
              </a:rPr>
              <a:t>int main() {</a:t>
            </a:r>
          </a:p>
          <a:p>
            <a:pPr rtl="0"/>
            <a:r>
              <a:rPr lang="en-IN" sz="2400" dirty="0">
                <a:latin typeface="Times New Roman" panose="02020603050405020304" pitchFamily="18" charset="0"/>
                <a:cs typeface="Times New Roman" panose="02020603050405020304" pitchFamily="18" charset="0"/>
              </a:rPr>
              <a:t> int values[5];</a:t>
            </a:r>
          </a:p>
          <a:p>
            <a:pPr rtl="0"/>
            <a:r>
              <a:rPr lang="en-IN" sz="2400" dirty="0">
                <a:latin typeface="Times New Roman" panose="02020603050405020304" pitchFamily="18" charset="0"/>
                <a:cs typeface="Times New Roman" panose="02020603050405020304" pitchFamily="18" charset="0"/>
              </a:rPr>
              <a:t>  printf("Enter 5 integers: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for(int i = 0; i &lt; 5; ++i)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scanf("%d", &amp;values[i]);</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p>
          <a:p>
            <a:pPr rtl="0"/>
            <a:r>
              <a:rPr lang="en-IN" sz="2400" dirty="0">
                <a:latin typeface="Times New Roman" panose="02020603050405020304" pitchFamily="18" charset="0"/>
                <a:cs typeface="Times New Roman" panose="02020603050405020304" pitchFamily="18" charset="0"/>
              </a:rPr>
              <a:t>  printf("Displaying integers: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for(int i = 0; i &lt; 5; ++i)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printf("%d\n", values[i]);</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return 0;</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29095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7AFF6A-0A3D-6CB0-B641-092EE43A855E}"/>
              </a:ext>
            </a:extLst>
          </p:cNvPr>
          <p:cNvSpPr txBox="1"/>
          <p:nvPr/>
        </p:nvSpPr>
        <p:spPr>
          <a:xfrm>
            <a:off x="476250" y="390525"/>
            <a:ext cx="11715750" cy="969496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Multi-dimensional arrays</a:t>
            </a:r>
            <a:r>
              <a:rPr lang="en-IN" dirty="0"/>
              <a:t>:</a:t>
            </a:r>
          </a:p>
          <a:p>
            <a:endParaRPr lang="en-IN" dirty="0"/>
          </a:p>
          <a:p>
            <a:pPr>
              <a:lnSpc>
                <a:spcPct val="150000"/>
              </a:lnSpc>
            </a:pP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multi-dimensional array </a:t>
            </a:r>
            <a:r>
              <a:rPr lang="en-IN" sz="2400" dirty="0">
                <a:latin typeface="Times New Roman" panose="02020603050405020304" pitchFamily="18" charset="0"/>
                <a:cs typeface="Times New Roman" panose="02020603050405020304" pitchFamily="18" charset="0"/>
              </a:rPr>
              <a:t>can be termed as an array of arrays that stores homogeneous data in tabular form.</a:t>
            </a:r>
          </a:p>
          <a:p>
            <a:pPr>
              <a:lnSpc>
                <a:spcPct val="150000"/>
              </a:lnSpc>
            </a:pP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 Different ways to initialize two-dimensional array </a:t>
            </a:r>
          </a:p>
          <a:p>
            <a:pPr>
              <a:lnSpc>
                <a:spcPct val="150000"/>
              </a:lnSpc>
            </a:pPr>
            <a:r>
              <a:rPr lang="en-IN" sz="2400" dirty="0">
                <a:latin typeface="Times New Roman" panose="02020603050405020304" pitchFamily="18" charset="0"/>
                <a:cs typeface="Times New Roman" panose="02020603050405020304" pitchFamily="18" charset="0"/>
              </a:rPr>
              <a:t>int c[2][3] = {{1, 3, 0}, {-1, 5, 9}};</a:t>
            </a:r>
          </a:p>
          <a:p>
            <a:pPr>
              <a:lnSpc>
                <a:spcPct val="150000"/>
              </a:lnSpc>
            </a:pPr>
            <a:r>
              <a:rPr lang="en-IN" sz="2400" dirty="0">
                <a:latin typeface="Times New Roman" panose="02020603050405020304" pitchFamily="18" charset="0"/>
                <a:cs typeface="Times New Roman" panose="02020603050405020304" pitchFamily="18" charset="0"/>
              </a:rPr>
              <a:t>int c[][3] = {{1, 3, 0}, {-1, 5, 9}}; </a:t>
            </a:r>
          </a:p>
          <a:p>
            <a:pPr>
              <a:lnSpc>
                <a:spcPct val="150000"/>
              </a:lnSpc>
            </a:pPr>
            <a:r>
              <a:rPr lang="en-IN" sz="2400" dirty="0">
                <a:latin typeface="Times New Roman" panose="02020603050405020304" pitchFamily="18" charset="0"/>
                <a:cs typeface="Times New Roman" panose="02020603050405020304" pitchFamily="18" charset="0"/>
              </a:rPr>
              <a:t>int c[2][3] = {1, 3, 0, -1, 5, 9};</a:t>
            </a:r>
          </a:p>
          <a:p>
            <a:endParaRPr lang="en-IN" sz="2400" dirty="0">
              <a:latin typeface="Times New Roman" panose="02020603050405020304" pitchFamily="18" charset="0"/>
              <a:cs typeface="Times New Roman" panose="02020603050405020304" pitchFamily="18" charset="0"/>
            </a:endParaRPr>
          </a:p>
          <a:p>
            <a:endParaRPr lang="en-IN" dirty="0"/>
          </a:p>
          <a:p>
            <a:endParaRPr lang="en-IN" dirty="0"/>
          </a:p>
          <a:p>
            <a:endParaRPr lang="en-IN" b="1"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05145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43FACF-392A-39BD-0E6E-136092ED0ADE}"/>
              </a:ext>
            </a:extLst>
          </p:cNvPr>
          <p:cNvSpPr txBox="1"/>
          <p:nvPr/>
        </p:nvSpPr>
        <p:spPr>
          <a:xfrm>
            <a:off x="762000" y="428178"/>
            <a:ext cx="10944225" cy="12495728"/>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Example</a:t>
            </a:r>
            <a:r>
              <a:rPr lang="en-IN" dirty="0"/>
              <a:t>:</a:t>
            </a:r>
          </a:p>
          <a:p>
            <a:pPr rtl="0"/>
            <a:endParaRPr lang="en-IN" dirty="0">
              <a:effectLst/>
              <a:latin typeface="-apple-system"/>
            </a:endParaRPr>
          </a:p>
          <a:p>
            <a:pPr rtl="0"/>
            <a:r>
              <a:rPr lang="en-IN" sz="1400" dirty="0">
                <a:effectLst/>
                <a:latin typeface="Times New Roman" panose="02020603050405020304" pitchFamily="18" charset="0"/>
                <a:cs typeface="Times New Roman" panose="02020603050405020304" pitchFamily="18" charset="0"/>
              </a:rPr>
              <a:t>// C program to store temperature of two cities of a week and display it.</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#include &lt;stdio.h&gt;</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const int CITY = 2;</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const int WEEK = 7;</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int main()</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int temperature[CITY][WEEK];</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for (int i = 0; i &lt; CITY; ++i)</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for (int j = 0; j &lt; WEEK; ++j)</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printf("City %d, Day %d: ", i + 1, j + 1);</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scanf("%d", &amp;temperature[i][j]);</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printf("\nDisplaying values: \n\n");</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for (int i = 0; i &lt; CITY; ++i)</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for (int j = 0; j &lt; WEEK; ++j)</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printf("City %d, Day %d = %d\n", i + 1, j + 1, temperature[i][j]);</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  return 0;</a:t>
            </a:r>
            <a:br>
              <a:rPr lang="en-IN" sz="1400" dirty="0">
                <a:effectLst/>
                <a:latin typeface="Times New Roman" panose="02020603050405020304" pitchFamily="18" charset="0"/>
                <a:cs typeface="Times New Roman" panose="02020603050405020304" pitchFamily="18" charset="0"/>
              </a:rPr>
            </a:br>
            <a:r>
              <a:rPr lang="en-IN" sz="1400" dirty="0">
                <a:effectLst/>
                <a:latin typeface="Times New Roman" panose="02020603050405020304" pitchFamily="18" charset="0"/>
                <a:cs typeface="Times New Roman" panose="02020603050405020304" pitchFamily="18" charset="0"/>
              </a:rPr>
              <a:t>}</a:t>
            </a:r>
            <a:br>
              <a:rPr lang="en-IN" dirty="0">
                <a:effectLst/>
                <a:latin typeface="Times New Roman" panose="02020603050405020304" pitchFamily="18" charset="0"/>
                <a:cs typeface="Times New Roman" panose="02020603050405020304" pitchFamily="18" charset="0"/>
              </a:rPr>
            </a:br>
            <a:endParaRPr lang="en-IN" dirty="0">
              <a:effectLst/>
              <a:latin typeface="Times New Roman" panose="02020603050405020304" pitchFamily="18" charset="0"/>
              <a:cs typeface="Times New Roman" panose="02020603050405020304" pitchFamily="18" charset="0"/>
            </a:endParaRPr>
          </a:p>
          <a:p>
            <a:pPr rtl="0"/>
            <a:br>
              <a:rPr lang="en-IN" dirty="0"/>
            </a:b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500956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EB1ED9C7-31C0-4F8C-9B19-DBDF5408FE8C}"/>
    </a:ext>
  </a:extLst>
</a:theme>
</file>

<file path=ppt/theme/theme2.xml><?xml version="1.0" encoding="utf-8"?>
<a:theme xmlns:a="http://schemas.openxmlformats.org/drawingml/2006/main" name="Capgemini Master">
  <a:themeElements>
    <a:clrScheme name="Capgemini Palette">
      <a:dk1>
        <a:sysClr val="windowText" lastClr="000000"/>
      </a:dk1>
      <a:lt1>
        <a:srgbClr val="FFFFFF"/>
      </a:lt1>
      <a:dk2>
        <a:srgbClr val="2B0A3D"/>
      </a:dk2>
      <a:lt2>
        <a:srgbClr val="ECECEC"/>
      </a:lt2>
      <a:accent1>
        <a:srgbClr val="0070AD"/>
      </a:accent1>
      <a:accent2>
        <a:srgbClr val="12ABDB"/>
      </a:accent2>
      <a:accent3>
        <a:srgbClr val="2B0A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01C0269-3E51-49E1-BB25-6F901D1A07A6}"/>
    </a:ext>
  </a:extLst>
</a:theme>
</file>

<file path=ppt/theme/theme3.xml><?xml version="1.0" encoding="utf-8"?>
<a:theme xmlns:a="http://schemas.openxmlformats.org/drawingml/2006/main" name="Section break">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DE0A1384-30BD-4DEF-8CAA-EF33444E2DFB}"/>
    </a:ext>
  </a:extLst>
</a:theme>
</file>

<file path=ppt/theme/theme4.xml><?xml version="1.0" encoding="utf-8"?>
<a:theme xmlns:a="http://schemas.openxmlformats.org/drawingml/2006/main" name="Final slides">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357D490-09F4-4BF3-A36E-1E482BDA9A20}"/>
    </a:ext>
  </a:extLst>
</a:theme>
</file>

<file path=docProps/app.xml><?xml version="1.0" encoding="utf-8"?>
<Properties xmlns="http://schemas.openxmlformats.org/officeDocument/2006/extended-properties" xmlns:vt="http://schemas.openxmlformats.org/officeDocument/2006/docPropsVTypes">
  <Template>template (1)</Template>
  <TotalTime>83</TotalTime>
  <Words>697</Words>
  <Application>Microsoft Office PowerPoint</Application>
  <PresentationFormat>Widescreen</PresentationFormat>
  <Paragraphs>158</Paragraphs>
  <Slides>7</Slides>
  <Notes>0</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7</vt:i4>
      </vt:variant>
    </vt:vector>
  </HeadingPairs>
  <TitlesOfParts>
    <vt:vector size="17" baseType="lpstr">
      <vt:lpstr>-apple-system</vt:lpstr>
      <vt:lpstr>Arial</vt:lpstr>
      <vt:lpstr>Times New Roman</vt:lpstr>
      <vt:lpstr>Verdana</vt:lpstr>
      <vt:lpstr>Wingdings</vt:lpstr>
      <vt:lpstr>Cover options</vt:lpstr>
      <vt:lpstr>Capgemini Master</vt:lpstr>
      <vt:lpstr>Section break</vt:lpstr>
      <vt:lpstr>Final slides</vt:lpstr>
      <vt:lpstr>think-cell Slide</vt:lpstr>
      <vt:lpstr>Arrays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M.A, Mamatha</dc:creator>
  <cp:lastModifiedBy>M.A, Mamatha</cp:lastModifiedBy>
  <cp:revision>1</cp:revision>
  <dcterms:created xsi:type="dcterms:W3CDTF">2023-02-08T04:43:10Z</dcterms:created>
  <dcterms:modified xsi:type="dcterms:W3CDTF">2023-02-08T06:06:13Z</dcterms:modified>
</cp:coreProperties>
</file>