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F27DC8-A6C4-4B13-AE3D-7B1E026D5E53}" v="5" dt="2023-02-08T04:27:25.6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NU, GOWTHAMI" userId="264a9584-7aa1-43f0-9714-ede70c34d6c5" providerId="ADAL" clId="{7EF27DC8-A6C4-4B13-AE3D-7B1E026D5E53}"/>
    <pc:docChg chg="custSel modSld">
      <pc:chgData name="BONU, GOWTHAMI" userId="264a9584-7aa1-43f0-9714-ede70c34d6c5" providerId="ADAL" clId="{7EF27DC8-A6C4-4B13-AE3D-7B1E026D5E53}" dt="2023-02-08T04:34:38.595" v="42" actId="120"/>
      <pc:docMkLst>
        <pc:docMk/>
      </pc:docMkLst>
      <pc:sldChg chg="delSp modSp mod">
        <pc:chgData name="BONU, GOWTHAMI" userId="264a9584-7aa1-43f0-9714-ede70c34d6c5" providerId="ADAL" clId="{7EF27DC8-A6C4-4B13-AE3D-7B1E026D5E53}" dt="2023-02-08T04:26:05.805" v="1" actId="478"/>
        <pc:sldMkLst>
          <pc:docMk/>
          <pc:sldMk cId="2458747689" sldId="256"/>
        </pc:sldMkLst>
        <pc:spChg chg="del mod">
          <ac:chgData name="BONU, GOWTHAMI" userId="264a9584-7aa1-43f0-9714-ede70c34d6c5" providerId="ADAL" clId="{7EF27DC8-A6C4-4B13-AE3D-7B1E026D5E53}" dt="2023-02-08T04:26:05.805" v="1" actId="478"/>
          <ac:spMkLst>
            <pc:docMk/>
            <pc:sldMk cId="2458747689" sldId="256"/>
            <ac:spMk id="3" creationId="{93234CF4-03EB-5312-0B76-82E85089F5D0}"/>
          </ac:spMkLst>
        </pc:spChg>
      </pc:sldChg>
      <pc:sldChg chg="delSp modSp mod">
        <pc:chgData name="BONU, GOWTHAMI" userId="264a9584-7aa1-43f0-9714-ede70c34d6c5" providerId="ADAL" clId="{7EF27DC8-A6C4-4B13-AE3D-7B1E026D5E53}" dt="2023-02-08T04:27:25.641" v="39" actId="478"/>
        <pc:sldMkLst>
          <pc:docMk/>
          <pc:sldMk cId="3815874321" sldId="257"/>
        </pc:sldMkLst>
        <pc:spChg chg="mod">
          <ac:chgData name="BONU, GOWTHAMI" userId="264a9584-7aa1-43f0-9714-ede70c34d6c5" providerId="ADAL" clId="{7EF27DC8-A6C4-4B13-AE3D-7B1E026D5E53}" dt="2023-02-08T04:27:07.561" v="4" actId="14100"/>
          <ac:spMkLst>
            <pc:docMk/>
            <pc:sldMk cId="3815874321" sldId="257"/>
            <ac:spMk id="4" creationId="{64DA569F-B9A8-EE8C-1A8B-64FD1481BEA7}"/>
          </ac:spMkLst>
        </pc:spChg>
        <pc:spChg chg="del mod">
          <ac:chgData name="BONU, GOWTHAMI" userId="264a9584-7aa1-43f0-9714-ede70c34d6c5" providerId="ADAL" clId="{7EF27DC8-A6C4-4B13-AE3D-7B1E026D5E53}" dt="2023-02-08T04:27:25.641" v="39" actId="478"/>
          <ac:spMkLst>
            <pc:docMk/>
            <pc:sldMk cId="3815874321" sldId="257"/>
            <ac:spMk id="5" creationId="{38A453C7-167C-3C33-D9C5-6D15A816DAB1}"/>
          </ac:spMkLst>
        </pc:spChg>
      </pc:sldChg>
      <pc:sldChg chg="modSp mod">
        <pc:chgData name="BONU, GOWTHAMI" userId="264a9584-7aa1-43f0-9714-ede70c34d6c5" providerId="ADAL" clId="{7EF27DC8-A6C4-4B13-AE3D-7B1E026D5E53}" dt="2023-02-08T04:34:38.595" v="42" actId="120"/>
        <pc:sldMkLst>
          <pc:docMk/>
          <pc:sldMk cId="2496426656" sldId="260"/>
        </pc:sldMkLst>
        <pc:spChg chg="mod">
          <ac:chgData name="BONU, GOWTHAMI" userId="264a9584-7aa1-43f0-9714-ede70c34d6c5" providerId="ADAL" clId="{7EF27DC8-A6C4-4B13-AE3D-7B1E026D5E53}" dt="2023-02-08T04:34:38.595" v="42" actId="120"/>
          <ac:spMkLst>
            <pc:docMk/>
            <pc:sldMk cId="2496426656" sldId="260"/>
            <ac:spMk id="3" creationId="{9B3E66A3-268E-700F-D58E-01018FCC887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8BBD6-9CE7-AAF6-7404-DED8440DE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45CEA-ED84-ECDE-C8A7-47F1E3D85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2166D-9504-487D-B686-BF777C0FA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150E-50C4-4960-B2D4-B4772F4F35A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51707-97B0-7AE5-01B1-6F117BE03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DC5A8-08DC-51CF-7814-5980EDD4A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CAC4-222A-4F3A-B564-FFDB350DF6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786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0A2A-F1A9-6CFC-95F5-1AE7E64C0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1AC96-9D6C-DE78-1FCC-AB4A778B0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FCB0C-5F93-EF32-C0B3-3E3E55FDB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150E-50C4-4960-B2D4-B4772F4F35A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7D11B-ACD3-728D-2509-66A996674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71C26-C217-DA7B-ADC0-0EE77E4CE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CAC4-222A-4F3A-B564-FFDB350DF6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300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A6F92-E2D2-CCF7-F571-3EDA44B8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97CAF-4047-2C86-1F8F-D96F30A68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BFB73-59B1-00B5-036C-CC968C18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150E-50C4-4960-B2D4-B4772F4F35A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8F957-682F-B42D-87CD-C9C6552A1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E41EC-8450-51C9-58A1-021453E84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CAC4-222A-4F3A-B564-FFDB350DF6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24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5786-21D6-E644-B29D-A240FBF63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1CD4A-C978-D7A2-E64A-20ACBC84A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A0B13-02E8-EC44-FAF1-B35D65ACD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AD97B-286A-6926-35D7-F81F462A4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150E-50C4-4960-B2D4-B4772F4F35A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E12D0-34BF-6404-90D5-2ED692A10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08F8A-C1C2-94F7-8370-5EDD59FB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CAC4-222A-4F3A-B564-FFDB350DF6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323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5056B-99D8-0D36-D4C9-EA4352F29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33D68-0F43-D310-77F4-1552C38FA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E6E26-A3FA-0D85-B7BC-4E27B0CD4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6C73C9-4555-6698-6DBE-116204C9F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BADFB2-DCC1-78FC-AFE1-EDAEEF77D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56937D-D7C8-EF73-7823-1CA93F8EA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150E-50C4-4960-B2D4-B4772F4F35A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30FA4-1F96-D4DE-73AA-EE7B7AC5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0FAF05-E65F-DEE3-E8BD-CCFC7E44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CAC4-222A-4F3A-B564-FFDB350DF6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613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9CC5E-A081-2863-B3B4-85D8B1285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A3F63-6B6E-E784-1410-DD706D28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150E-50C4-4960-B2D4-B4772F4F35A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330B0-1431-9BD3-B25D-2165F8ADA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A495C-61CA-1FC1-9E91-66D85027E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CAC4-222A-4F3A-B564-FFDB350DF6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955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F8DA09-4F70-BDB2-5A77-BE182BC4C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150E-50C4-4960-B2D4-B4772F4F35A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98EB6-C7F0-09EC-78B8-413ED8A28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61BED-E80B-4AD9-0FA2-5CEF3550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CAC4-222A-4F3A-B564-FFDB350DF6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038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D83F3-B71C-3F99-A4B8-60853314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BDDB7-38AD-53FB-7F38-E018A8DF7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9239C-7BBA-D6F6-F46D-08A21A963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B2208-14CE-1721-A62F-A3DB8C231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150E-50C4-4960-B2D4-B4772F4F35A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368E5-C89F-5D77-54B1-7DA2FE238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024C4-D47D-8122-F255-C2E36AB5A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CAC4-222A-4F3A-B564-FFDB350DF6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1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01C6A-2569-9805-A9FC-F90E25B36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F6590F-C5E5-823E-3106-42177F2F5A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56ED24-783D-FF44-DE1E-25C843775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AB263-0944-D476-CBEC-834103F16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150E-50C4-4960-B2D4-B4772F4F35A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EBFEF-3428-9224-D10C-ECB587875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B8A90-7C7E-C059-2810-B8292AAB3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CAC4-222A-4F3A-B564-FFDB350DF6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614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743D2-4F7C-0A16-194E-3C97DD9D0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3FAFAE-7E37-40A5-C845-2C02C20B7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D1796-4A57-9412-FD21-4F57EC3F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150E-50C4-4960-B2D4-B4772F4F35A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E704F-B270-2E40-B4F5-AB38CABA8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1840D-6C93-666C-05A5-9B17CFB62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CAC4-222A-4F3A-B564-FFDB350DF6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000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425FA1-2FE5-EBEF-4C3C-3B44E4C03B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97A3A-84FF-7FDD-7805-A4B5340C7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B2EAE-4900-BD22-19B7-E2408C7FC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150E-50C4-4960-B2D4-B4772F4F35A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67B57-9103-57A7-EF4D-8ADF7CA72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C794A-AA17-B325-40AC-9A59B8179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CAC4-222A-4F3A-B564-FFDB350DF6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180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B067AD-4AA6-EBCD-9864-582270DF5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1A9E3-0663-85D2-BEAC-0081CD6DC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7BCD0-26E4-1A93-6A6F-59CCF4D848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7150E-50C4-4960-B2D4-B4772F4F35A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62DAD-9332-4BCB-D459-1D80E9EB6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29F-0AE6-BE48-14C2-1351AD1F8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BCAC4-222A-4F3A-B564-FFDB350DF6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57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5DFD3-81DE-C86C-939D-E96F5FD9D1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Conditional Statement</a:t>
            </a:r>
          </a:p>
        </p:txBody>
      </p:sp>
    </p:spTree>
    <p:extLst>
      <p:ext uri="{BB962C8B-B14F-4D97-AF65-F5344CB8AC3E}">
        <p14:creationId xmlns:p14="http://schemas.microsoft.com/office/powerpoint/2010/main" val="2458747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D8D88-626A-DCFD-5B61-89EADFC8B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</a:t>
            </a:r>
            <a: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  <a:t>if Statement</a:t>
            </a:r>
            <a:b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DA569F-B9A8-EE8C-1A8B-64FD1481BE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15581"/>
            <a:ext cx="9052453" cy="4647426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696" tIns="0" rIns="12696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if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statement evaluates the test expression inside the parenthesis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If the test expression is evaluated to true, statements inside the body of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if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are executed.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euclid_circular_a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If the test expression is evaluated to false, statements inside the body of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if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are not executed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euclid_circular_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Syntax: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if (test expression) 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     //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815874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20C69-C429-D11E-D981-992C91C732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5940425"/>
          </a:xfrm>
        </p:spPr>
        <p:txBody>
          <a:bodyPr/>
          <a:lstStyle/>
          <a:p>
            <a:r>
              <a:rPr lang="en-IN" dirty="0"/>
              <a:t>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D4E635-A9C6-8251-349A-41B6C352A9A0}"/>
              </a:ext>
            </a:extLst>
          </p:cNvPr>
          <p:cNvSpPr txBox="1"/>
          <p:nvPr/>
        </p:nvSpPr>
        <p:spPr>
          <a:xfrm>
            <a:off x="317343" y="1686062"/>
            <a:ext cx="1155731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// Program to display a number if it is negative</a:t>
            </a:r>
          </a:p>
          <a:p>
            <a:endParaRPr lang="en-IN"/>
          </a:p>
          <a:p>
            <a:r>
              <a:rPr lang="en-IN"/>
              <a:t>#include &lt;stdio.h&gt;</a:t>
            </a:r>
          </a:p>
          <a:p>
            <a:r>
              <a:rPr lang="en-IN"/>
              <a:t>int main() {</a:t>
            </a:r>
          </a:p>
          <a:p>
            <a:r>
              <a:rPr lang="en-IN"/>
              <a:t>    int number;</a:t>
            </a:r>
          </a:p>
          <a:p>
            <a:endParaRPr lang="en-IN"/>
          </a:p>
          <a:p>
            <a:r>
              <a:rPr lang="en-IN"/>
              <a:t>    printf("Enter an integer: ");</a:t>
            </a:r>
          </a:p>
          <a:p>
            <a:r>
              <a:rPr lang="en-IN"/>
              <a:t>    scanf("%d", &amp;number);</a:t>
            </a:r>
          </a:p>
          <a:p>
            <a:endParaRPr lang="en-IN"/>
          </a:p>
          <a:p>
            <a:r>
              <a:rPr lang="en-IN"/>
              <a:t>    // true if number is less than 0</a:t>
            </a:r>
          </a:p>
          <a:p>
            <a:r>
              <a:rPr lang="en-IN"/>
              <a:t>    if (number &lt; 0) {</a:t>
            </a:r>
          </a:p>
          <a:p>
            <a:r>
              <a:rPr lang="en-IN"/>
              <a:t>        printf("You entered %d.\n", number);</a:t>
            </a:r>
          </a:p>
          <a:p>
            <a:r>
              <a:rPr lang="en-IN"/>
              <a:t>    }</a:t>
            </a:r>
          </a:p>
          <a:p>
            <a:endParaRPr lang="en-IN"/>
          </a:p>
          <a:p>
            <a:r>
              <a:rPr lang="en-IN"/>
              <a:t>    printf("The if statement is easy.");</a:t>
            </a:r>
          </a:p>
          <a:p>
            <a:endParaRPr lang="en-IN"/>
          </a:p>
          <a:p>
            <a:r>
              <a:rPr lang="en-IN"/>
              <a:t>    return 0;</a:t>
            </a:r>
          </a:p>
          <a:p>
            <a:r>
              <a:rPr lang="en-IN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0058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90EFD-B7AA-5C70-7B29-E2BA7FC67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</a:t>
            </a:r>
            <a: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  <a:t>if...else Statement</a:t>
            </a:r>
            <a:b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3270B1-2192-98E9-0CC5-75D1F8E1D9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08361"/>
            <a:ext cx="6814743" cy="4585871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696" tIns="0" rIns="12696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If the test expression is evaluated to true,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statements inside the body of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if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are executed.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statements inside the body of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else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are skipped from execution.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If the test expression is evaluated to false,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statements inside the body of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else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are executed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statements inside the body of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if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are skipped from execution.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latin typeface="euclid_circular_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Syntax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euclid_circular_a"/>
              </a:rPr>
              <a:t>              if (test expression 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                   //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euclid_circular_a"/>
              </a:rPr>
              <a:t>           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              else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euclid_circular_a"/>
              </a:rPr>
              <a:t>                 //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           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59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C715-2AAA-BBB8-46F8-6B422342A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E66A3-268E-700F-D58E-01018FCC8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15625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/>
              <a:t>// Check whether an integer is odd or even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dirty="0"/>
              <a:t>#include &lt;</a:t>
            </a:r>
            <a:r>
              <a:rPr lang="en-IN" sz="1200" dirty="0" err="1"/>
              <a:t>stdio.h</a:t>
            </a:r>
            <a:r>
              <a:rPr lang="en-IN" sz="1200" dirty="0"/>
              <a:t>&gt;</a:t>
            </a:r>
          </a:p>
          <a:p>
            <a:pPr marL="0" indent="0">
              <a:buNone/>
            </a:pPr>
            <a:r>
              <a:rPr lang="en-IN" sz="1200" dirty="0"/>
              <a:t>int main() {</a:t>
            </a:r>
          </a:p>
          <a:p>
            <a:pPr marL="0" indent="0">
              <a:buNone/>
            </a:pPr>
            <a:r>
              <a:rPr lang="en-IN" sz="1200" dirty="0"/>
              <a:t>    int number;</a:t>
            </a:r>
          </a:p>
          <a:p>
            <a:pPr marL="0" indent="0">
              <a:buNone/>
            </a:pPr>
            <a:r>
              <a:rPr lang="en-IN" sz="1200" dirty="0"/>
              <a:t>    </a:t>
            </a:r>
            <a:r>
              <a:rPr lang="en-IN" sz="1200" dirty="0" err="1"/>
              <a:t>printf</a:t>
            </a:r>
            <a:r>
              <a:rPr lang="en-IN" sz="1200" dirty="0"/>
              <a:t>("Enter an integer: ");</a:t>
            </a:r>
          </a:p>
          <a:p>
            <a:pPr marL="0" indent="0">
              <a:buNone/>
            </a:pPr>
            <a:r>
              <a:rPr lang="en-IN" sz="1200" dirty="0"/>
              <a:t>    </a:t>
            </a:r>
            <a:r>
              <a:rPr lang="en-IN" sz="1200" dirty="0" err="1"/>
              <a:t>scanf</a:t>
            </a:r>
            <a:r>
              <a:rPr lang="en-IN" sz="1200" dirty="0"/>
              <a:t>("%</a:t>
            </a:r>
            <a:r>
              <a:rPr lang="en-IN" sz="1200" dirty="0" err="1"/>
              <a:t>d“,&amp;number</a:t>
            </a:r>
            <a:r>
              <a:rPr lang="en-IN" sz="1200" dirty="0"/>
              <a:t>);</a:t>
            </a:r>
          </a:p>
          <a:p>
            <a:pPr marL="0" indent="0">
              <a:buNone/>
            </a:pPr>
            <a:r>
              <a:rPr lang="en-IN" sz="1200" dirty="0"/>
              <a:t> // True if the remainder is 0</a:t>
            </a:r>
          </a:p>
          <a:p>
            <a:pPr marL="0" indent="0">
              <a:buNone/>
            </a:pPr>
            <a:r>
              <a:rPr lang="en-IN" sz="1200" dirty="0"/>
              <a:t>    if  (number%2 == 0) {</a:t>
            </a:r>
          </a:p>
          <a:p>
            <a:pPr marL="0" indent="0">
              <a:buNone/>
            </a:pPr>
            <a:r>
              <a:rPr lang="en-IN" sz="1200" dirty="0"/>
              <a:t>        </a:t>
            </a:r>
            <a:r>
              <a:rPr lang="en-IN" sz="1200" dirty="0" err="1"/>
              <a:t>printf</a:t>
            </a:r>
            <a:r>
              <a:rPr lang="en-IN" sz="1200" dirty="0"/>
              <a:t>("%d is an even </a:t>
            </a:r>
            <a:r>
              <a:rPr lang="en-IN" sz="1200" dirty="0" err="1"/>
              <a:t>integer.",number</a:t>
            </a:r>
            <a:r>
              <a:rPr lang="en-IN" sz="1200" dirty="0"/>
              <a:t>);</a:t>
            </a:r>
          </a:p>
          <a:p>
            <a:pPr marL="0" indent="0">
              <a:buNone/>
            </a:pPr>
            <a:r>
              <a:rPr lang="en-IN" sz="1200" dirty="0"/>
              <a:t>    }</a:t>
            </a:r>
          </a:p>
          <a:p>
            <a:pPr marL="0" indent="0">
              <a:buNone/>
            </a:pPr>
            <a:r>
              <a:rPr lang="en-IN" sz="1200" dirty="0"/>
              <a:t>    else {</a:t>
            </a:r>
          </a:p>
          <a:p>
            <a:pPr marL="0" indent="0">
              <a:buNone/>
            </a:pPr>
            <a:r>
              <a:rPr lang="en-IN" sz="1200" dirty="0"/>
              <a:t>        </a:t>
            </a:r>
            <a:r>
              <a:rPr lang="en-IN" sz="1200" dirty="0" err="1"/>
              <a:t>printf</a:t>
            </a:r>
            <a:r>
              <a:rPr lang="en-IN" sz="1200" dirty="0"/>
              <a:t>("%d is an odd </a:t>
            </a:r>
            <a:r>
              <a:rPr lang="en-IN" sz="1200" dirty="0" err="1"/>
              <a:t>integer.",number</a:t>
            </a:r>
            <a:r>
              <a:rPr lang="en-IN" sz="1200" dirty="0"/>
              <a:t>);</a:t>
            </a:r>
          </a:p>
          <a:p>
            <a:pPr marL="0" indent="0">
              <a:buNone/>
            </a:pPr>
            <a:r>
              <a:rPr lang="en-IN" sz="1200" dirty="0"/>
              <a:t>    }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dirty="0"/>
              <a:t>    return 0;</a:t>
            </a:r>
          </a:p>
          <a:p>
            <a:pPr marL="0" indent="0">
              <a:buNone/>
            </a:pPr>
            <a:r>
              <a:rPr lang="en-IN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96426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BEFE5-FE7C-A51A-F8A7-6BFC795C7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  <a:t>if...else Ladder</a:t>
            </a:r>
            <a:b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E51EFE-5A5B-1B5A-66AC-3BB557EB40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02086"/>
            <a:ext cx="9972675" cy="4708981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696" tIns="0" rIns="12696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if...else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statement executes two different codes depending upon whether the test expression is true or false. Sometimes, a choice has to be made from more than 2 possibilities.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The if...else ladder allows you to check between multiple test expressions and execute different statements.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euclid_circular_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Syntax: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euclid_circular_a"/>
              </a:rPr>
              <a:t>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       if (test expression)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euclid_circular_a"/>
              </a:rPr>
              <a:t>             //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       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euclid_circular_a"/>
              </a:rPr>
              <a:t>       else if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          //code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euclid_circular_a"/>
              </a:rPr>
              <a:t>     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      else{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euclid_circular_a"/>
              </a:rPr>
              <a:t>        //code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       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926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BA3E-FA24-D163-2B8B-266FCE2D0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CF533-D2DE-F287-DE80-06E945D1D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// Program to relate two integers using =, &gt; or &lt; symbol</a:t>
            </a:r>
          </a:p>
          <a:p>
            <a:pPr marL="457200" lvl="1" indent="0">
              <a:buNone/>
            </a:pPr>
            <a:endParaRPr lang="en-IN" sz="1600" dirty="0"/>
          </a:p>
          <a:p>
            <a:pPr marL="457200" lvl="1" indent="0">
              <a:buNone/>
            </a:pPr>
            <a:r>
              <a:rPr lang="en-IN" sz="1600" dirty="0"/>
              <a:t>#include &lt;</a:t>
            </a:r>
            <a:r>
              <a:rPr lang="en-IN" sz="1600" dirty="0" err="1"/>
              <a:t>stdio.h</a:t>
            </a:r>
            <a:r>
              <a:rPr lang="en-IN" sz="1600" dirty="0"/>
              <a:t>&gt;</a:t>
            </a:r>
          </a:p>
          <a:p>
            <a:pPr marL="457200" lvl="1" indent="0">
              <a:buNone/>
            </a:pPr>
            <a:r>
              <a:rPr lang="en-IN" sz="1600" dirty="0"/>
              <a:t>int main() {</a:t>
            </a:r>
          </a:p>
          <a:p>
            <a:pPr marL="457200" lvl="1" indent="0">
              <a:buNone/>
            </a:pPr>
            <a:r>
              <a:rPr lang="en-IN" sz="1600" dirty="0"/>
              <a:t>    int number1, number2;</a:t>
            </a:r>
          </a:p>
          <a:p>
            <a:pPr marL="457200" lvl="1" indent="0">
              <a:buNone/>
            </a:pPr>
            <a:r>
              <a:rPr lang="en-IN" sz="1600" dirty="0"/>
              <a:t>    </a:t>
            </a:r>
            <a:r>
              <a:rPr lang="en-IN" sz="1600" dirty="0" err="1"/>
              <a:t>printf</a:t>
            </a:r>
            <a:r>
              <a:rPr lang="en-IN" sz="1600" dirty="0"/>
              <a:t>("Enter two integers: ");</a:t>
            </a:r>
          </a:p>
          <a:p>
            <a:pPr marL="457200" lvl="1" indent="0">
              <a:buNone/>
            </a:pPr>
            <a:r>
              <a:rPr lang="en-IN" sz="1600" dirty="0"/>
              <a:t>    </a:t>
            </a:r>
            <a:r>
              <a:rPr lang="en-IN" sz="1600" dirty="0" err="1"/>
              <a:t>scanf</a:t>
            </a:r>
            <a:r>
              <a:rPr lang="en-IN" sz="1600" dirty="0"/>
              <a:t>("%d %d", &amp;number1, &amp;number2);</a:t>
            </a:r>
          </a:p>
          <a:p>
            <a:pPr marL="457200" lvl="1" indent="0">
              <a:buNone/>
            </a:pPr>
            <a:endParaRPr lang="en-IN" sz="1600" dirty="0"/>
          </a:p>
          <a:p>
            <a:pPr marL="457200" lvl="1" indent="0">
              <a:buNone/>
            </a:pPr>
            <a:r>
              <a:rPr lang="en-IN" sz="1600" dirty="0"/>
              <a:t>    //checks if the two integers are equal.</a:t>
            </a:r>
          </a:p>
          <a:p>
            <a:pPr marL="457200" lvl="1" indent="0">
              <a:buNone/>
            </a:pPr>
            <a:r>
              <a:rPr lang="en-IN" sz="1600" dirty="0"/>
              <a:t>    if(number1 == number2) {</a:t>
            </a:r>
          </a:p>
          <a:p>
            <a:pPr marL="457200" lvl="1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("Result: %d = %d",number1,number2);</a:t>
            </a:r>
          </a:p>
          <a:p>
            <a:pPr marL="457200" lvl="1" indent="0">
              <a:buNone/>
            </a:pPr>
            <a:r>
              <a:rPr lang="en-IN" sz="1600" dirty="0"/>
              <a:t>    }</a:t>
            </a:r>
          </a:p>
          <a:p>
            <a:pPr marL="457200" lvl="1" indent="0">
              <a:buNone/>
            </a:pPr>
            <a:endParaRPr lang="en-IN" sz="1600" dirty="0"/>
          </a:p>
          <a:p>
            <a:pPr marL="457200" lvl="1" indent="0">
              <a:buNone/>
            </a:pPr>
            <a:r>
              <a:rPr lang="en-IN" sz="1600" dirty="0"/>
              <a:t>    //checks if number1 is greater than number2.</a:t>
            </a:r>
          </a:p>
          <a:p>
            <a:pPr marL="457200" lvl="1" indent="0">
              <a:buNone/>
            </a:pPr>
            <a:r>
              <a:rPr lang="en-IN" sz="1600" dirty="0"/>
              <a:t>    else if (number1 &gt; number2) {</a:t>
            </a:r>
          </a:p>
          <a:p>
            <a:pPr marL="457200" lvl="1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("Result: %d &gt; %d", number1, number2);</a:t>
            </a:r>
          </a:p>
          <a:p>
            <a:pPr marL="457200" lvl="1" indent="0">
              <a:buNone/>
            </a:pPr>
            <a:r>
              <a:rPr lang="en-IN" sz="1600" dirty="0"/>
              <a:t>    }</a:t>
            </a:r>
          </a:p>
          <a:p>
            <a:pPr marL="457200" lvl="1" indent="0">
              <a:buNone/>
            </a:pPr>
            <a:endParaRPr lang="en-IN" sz="1600" dirty="0"/>
          </a:p>
          <a:p>
            <a:pPr marL="457200" lvl="1" indent="0">
              <a:buNone/>
            </a:pPr>
            <a:r>
              <a:rPr lang="en-IN" sz="1600" dirty="0"/>
              <a:t>    //checks if both test expressions are false</a:t>
            </a:r>
          </a:p>
          <a:p>
            <a:pPr marL="457200" lvl="1" indent="0">
              <a:buNone/>
            </a:pPr>
            <a:r>
              <a:rPr lang="en-IN" sz="1600" dirty="0"/>
              <a:t>    else {</a:t>
            </a:r>
          </a:p>
          <a:p>
            <a:pPr marL="457200" lvl="1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("Result: %d &lt; %d",number1, number2);</a:t>
            </a:r>
          </a:p>
          <a:p>
            <a:pPr marL="457200" lvl="1" indent="0">
              <a:buNone/>
            </a:pPr>
            <a:r>
              <a:rPr lang="en-IN" sz="1600" dirty="0"/>
              <a:t>    }</a:t>
            </a:r>
          </a:p>
          <a:p>
            <a:pPr marL="457200" lvl="1" indent="0">
              <a:buNone/>
            </a:pPr>
            <a:endParaRPr lang="en-IN" sz="1600" dirty="0"/>
          </a:p>
          <a:p>
            <a:pPr marL="457200" lvl="1" indent="0">
              <a:buNone/>
            </a:pPr>
            <a:r>
              <a:rPr lang="en-IN" sz="1600" dirty="0"/>
              <a:t>    return 0;</a:t>
            </a:r>
          </a:p>
          <a:p>
            <a:pPr marL="457200" lvl="1" indent="0">
              <a:buNone/>
            </a:pPr>
            <a:r>
              <a:rPr lang="en-IN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83629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F6C29-DBF1-9618-E2AC-E03265CB0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</a:t>
            </a:r>
            <a: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  <a:t>C switch Statement</a:t>
            </a:r>
            <a:b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</a:br>
            <a:endParaRPr lang="en-IN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93E07AF-0B54-EB86-DE4F-7000AD90FA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3900" y="2883794"/>
            <a:ext cx="10744200" cy="1231106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696" tIns="0" rIns="12696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The switch statement allows us to execute one code block among many alternatives.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You can do the same thing with 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if...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else..if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ladder. However, the syntax of 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switch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statement is much easier to read and write.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37332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937B33-70C8-AAFC-5CF4-0EE6D99CD437}"/>
              </a:ext>
            </a:extLst>
          </p:cNvPr>
          <p:cNvSpPr txBox="1"/>
          <p:nvPr/>
        </p:nvSpPr>
        <p:spPr>
          <a:xfrm>
            <a:off x="295276" y="190500"/>
            <a:ext cx="1097280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Example:</a:t>
            </a:r>
          </a:p>
          <a:p>
            <a:pPr lvl="1"/>
            <a:r>
              <a:rPr lang="en-IN" sz="1000" dirty="0"/>
              <a:t>                    // Program to create a simple calculator</a:t>
            </a:r>
          </a:p>
          <a:p>
            <a:pPr lvl="1"/>
            <a:r>
              <a:rPr lang="en-IN" sz="1000" dirty="0"/>
              <a:t>#include &lt;</a:t>
            </a:r>
            <a:r>
              <a:rPr lang="en-IN" sz="1000" dirty="0" err="1"/>
              <a:t>stdio.h</a:t>
            </a:r>
            <a:r>
              <a:rPr lang="en-IN" sz="1000" dirty="0"/>
              <a:t>&gt;</a:t>
            </a:r>
          </a:p>
          <a:p>
            <a:pPr lvl="1"/>
            <a:endParaRPr lang="en-IN" sz="1000" dirty="0"/>
          </a:p>
          <a:p>
            <a:pPr lvl="1"/>
            <a:r>
              <a:rPr lang="en-IN" sz="1000" dirty="0"/>
              <a:t>int main() {</a:t>
            </a:r>
          </a:p>
          <a:p>
            <a:pPr lvl="1"/>
            <a:r>
              <a:rPr lang="en-IN" sz="1000" dirty="0"/>
              <a:t>    char operation;</a:t>
            </a:r>
          </a:p>
          <a:p>
            <a:pPr lvl="1"/>
            <a:r>
              <a:rPr lang="en-IN" sz="1000" dirty="0"/>
              <a:t>    double n1, n2;</a:t>
            </a:r>
          </a:p>
          <a:p>
            <a:pPr lvl="1"/>
            <a:endParaRPr lang="en-IN" sz="1000" dirty="0"/>
          </a:p>
          <a:p>
            <a:pPr lvl="1"/>
            <a:r>
              <a:rPr lang="en-IN" sz="1000" dirty="0"/>
              <a:t>    </a:t>
            </a:r>
            <a:r>
              <a:rPr lang="en-IN" sz="1000" dirty="0" err="1"/>
              <a:t>printf</a:t>
            </a:r>
            <a:r>
              <a:rPr lang="en-IN" sz="1000" dirty="0"/>
              <a:t>("Enter an operator (+, -, *, /): ");</a:t>
            </a:r>
          </a:p>
          <a:p>
            <a:pPr lvl="1"/>
            <a:r>
              <a:rPr lang="en-IN" sz="1000" dirty="0"/>
              <a:t>    </a:t>
            </a:r>
            <a:r>
              <a:rPr lang="en-IN" sz="1000" dirty="0" err="1"/>
              <a:t>scanf</a:t>
            </a:r>
            <a:r>
              <a:rPr lang="en-IN" sz="1000" dirty="0"/>
              <a:t>("%c", &amp;operation);</a:t>
            </a:r>
          </a:p>
          <a:p>
            <a:pPr lvl="1"/>
            <a:r>
              <a:rPr lang="en-IN" sz="1000" dirty="0"/>
              <a:t>    </a:t>
            </a:r>
            <a:r>
              <a:rPr lang="en-IN" sz="1000" dirty="0" err="1"/>
              <a:t>printf</a:t>
            </a:r>
            <a:r>
              <a:rPr lang="en-IN" sz="1000" dirty="0"/>
              <a:t>("Enter two operands: ");</a:t>
            </a:r>
          </a:p>
          <a:p>
            <a:pPr lvl="1"/>
            <a:r>
              <a:rPr lang="en-IN" sz="1000" dirty="0"/>
              <a:t>    </a:t>
            </a:r>
            <a:r>
              <a:rPr lang="en-IN" sz="1000" dirty="0" err="1"/>
              <a:t>scanf</a:t>
            </a:r>
            <a:r>
              <a:rPr lang="en-IN" sz="1000" dirty="0"/>
              <a:t>("%</a:t>
            </a:r>
            <a:r>
              <a:rPr lang="en-IN" sz="1000" dirty="0" err="1"/>
              <a:t>lf</a:t>
            </a:r>
            <a:r>
              <a:rPr lang="en-IN" sz="1000" dirty="0"/>
              <a:t> %lf",&amp;n1, &amp;n2);</a:t>
            </a:r>
          </a:p>
          <a:p>
            <a:pPr lvl="1"/>
            <a:endParaRPr lang="en-IN" sz="1000" dirty="0"/>
          </a:p>
          <a:p>
            <a:pPr lvl="1"/>
            <a:r>
              <a:rPr lang="en-IN" sz="1000" dirty="0"/>
              <a:t>    switch(operation)</a:t>
            </a:r>
          </a:p>
          <a:p>
            <a:pPr lvl="1"/>
            <a:r>
              <a:rPr lang="en-IN" sz="1000" dirty="0"/>
              <a:t>    {</a:t>
            </a:r>
          </a:p>
          <a:p>
            <a:pPr lvl="1"/>
            <a:r>
              <a:rPr lang="en-IN" sz="1000" dirty="0"/>
              <a:t>        case '+':</a:t>
            </a:r>
          </a:p>
          <a:p>
            <a:pPr lvl="1"/>
            <a:r>
              <a:rPr lang="en-IN" sz="1000" dirty="0"/>
              <a:t>            </a:t>
            </a:r>
            <a:r>
              <a:rPr lang="en-IN" sz="1000" dirty="0" err="1"/>
              <a:t>printf</a:t>
            </a:r>
            <a:r>
              <a:rPr lang="en-IN" sz="1000" dirty="0"/>
              <a:t>("%.1lf + %.1lf = %.1lf",n1, n2, n1+n2);</a:t>
            </a:r>
          </a:p>
          <a:p>
            <a:pPr lvl="1"/>
            <a:r>
              <a:rPr lang="en-IN" sz="1000" dirty="0"/>
              <a:t>            break;</a:t>
            </a:r>
          </a:p>
          <a:p>
            <a:pPr lvl="1"/>
            <a:endParaRPr lang="en-IN" sz="1000" dirty="0"/>
          </a:p>
          <a:p>
            <a:pPr lvl="1"/>
            <a:r>
              <a:rPr lang="en-IN" sz="1000" dirty="0"/>
              <a:t>        case '-':</a:t>
            </a:r>
          </a:p>
          <a:p>
            <a:pPr lvl="1"/>
            <a:r>
              <a:rPr lang="en-IN" sz="1000" dirty="0"/>
              <a:t>            </a:t>
            </a:r>
            <a:r>
              <a:rPr lang="en-IN" sz="1000" dirty="0" err="1"/>
              <a:t>printf</a:t>
            </a:r>
            <a:r>
              <a:rPr lang="en-IN" sz="1000" dirty="0"/>
              <a:t>("%.1lf - %.1lf = %.1lf",n1, n2, n1-n2);</a:t>
            </a:r>
          </a:p>
          <a:p>
            <a:pPr lvl="1"/>
            <a:r>
              <a:rPr lang="en-IN" sz="1000" dirty="0"/>
              <a:t>            break;</a:t>
            </a:r>
          </a:p>
          <a:p>
            <a:pPr lvl="1"/>
            <a:endParaRPr lang="en-IN" sz="1000" dirty="0"/>
          </a:p>
          <a:p>
            <a:pPr lvl="1"/>
            <a:r>
              <a:rPr lang="en-IN" sz="1000" dirty="0"/>
              <a:t>        case '*':</a:t>
            </a:r>
          </a:p>
          <a:p>
            <a:pPr lvl="1"/>
            <a:r>
              <a:rPr lang="en-IN" sz="1000" dirty="0"/>
              <a:t>            </a:t>
            </a:r>
            <a:r>
              <a:rPr lang="en-IN" sz="1000" dirty="0" err="1"/>
              <a:t>printf</a:t>
            </a:r>
            <a:r>
              <a:rPr lang="en-IN" sz="1000" dirty="0"/>
              <a:t>("%.1lf * %.1lf = %.1lf",n1, n2, n1*n2);</a:t>
            </a:r>
          </a:p>
          <a:p>
            <a:pPr lvl="1"/>
            <a:r>
              <a:rPr lang="en-IN" sz="1000" dirty="0"/>
              <a:t>            break;</a:t>
            </a:r>
          </a:p>
          <a:p>
            <a:pPr lvl="1"/>
            <a:endParaRPr lang="en-IN" sz="1000" dirty="0"/>
          </a:p>
          <a:p>
            <a:pPr lvl="1"/>
            <a:r>
              <a:rPr lang="en-IN" sz="1000" dirty="0"/>
              <a:t>        case '/':</a:t>
            </a:r>
          </a:p>
          <a:p>
            <a:pPr lvl="1"/>
            <a:r>
              <a:rPr lang="en-IN" sz="1000" dirty="0"/>
              <a:t>            </a:t>
            </a:r>
            <a:r>
              <a:rPr lang="en-IN" sz="1000" dirty="0" err="1"/>
              <a:t>printf</a:t>
            </a:r>
            <a:r>
              <a:rPr lang="en-IN" sz="1000" dirty="0"/>
              <a:t>("%.1lf / %.1lf = %.1lf",n1, n2, n1/n2);</a:t>
            </a:r>
          </a:p>
          <a:p>
            <a:pPr lvl="1"/>
            <a:r>
              <a:rPr lang="en-IN" sz="1000" dirty="0"/>
              <a:t>            break;</a:t>
            </a:r>
          </a:p>
          <a:p>
            <a:pPr lvl="1"/>
            <a:endParaRPr lang="en-IN" sz="1000" dirty="0"/>
          </a:p>
          <a:p>
            <a:pPr lvl="1"/>
            <a:r>
              <a:rPr lang="en-IN" sz="1000" dirty="0"/>
              <a:t>        // operator doesn't match any case constant +, -, *, /</a:t>
            </a:r>
          </a:p>
          <a:p>
            <a:pPr lvl="1"/>
            <a:r>
              <a:rPr lang="en-IN" sz="1000" dirty="0"/>
              <a:t>        default:</a:t>
            </a:r>
          </a:p>
          <a:p>
            <a:pPr lvl="1"/>
            <a:r>
              <a:rPr lang="en-IN" sz="1000" dirty="0"/>
              <a:t>            </a:t>
            </a:r>
            <a:r>
              <a:rPr lang="en-IN" sz="1000" dirty="0" err="1"/>
              <a:t>printf</a:t>
            </a:r>
            <a:r>
              <a:rPr lang="en-IN" sz="1000" dirty="0"/>
              <a:t>("Error! operator is not correct");</a:t>
            </a:r>
          </a:p>
          <a:p>
            <a:pPr lvl="1"/>
            <a:r>
              <a:rPr lang="en-IN" sz="1000" dirty="0"/>
              <a:t>    }</a:t>
            </a:r>
          </a:p>
          <a:p>
            <a:pPr lvl="1"/>
            <a:endParaRPr lang="en-IN" sz="1000" dirty="0"/>
          </a:p>
          <a:p>
            <a:pPr lvl="1"/>
            <a:r>
              <a:rPr lang="en-IN" sz="1000" dirty="0"/>
              <a:t>    return 0;</a:t>
            </a:r>
          </a:p>
          <a:p>
            <a:pPr lvl="1"/>
            <a:r>
              <a:rPr lang="en-IN" sz="1000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6182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840</Words>
  <Application>Microsoft Office PowerPoint</Application>
  <PresentationFormat>Widescreen</PresentationFormat>
  <Paragraphs>152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Droid Sans Mono</vt:lpstr>
      <vt:lpstr>euclid_circular_a</vt:lpstr>
      <vt:lpstr>Wingdings</vt:lpstr>
      <vt:lpstr>Office Theme</vt:lpstr>
      <vt:lpstr>Conditional Statement</vt:lpstr>
      <vt:lpstr>        if Statement </vt:lpstr>
      <vt:lpstr>              </vt:lpstr>
      <vt:lpstr>           if...else Statement </vt:lpstr>
      <vt:lpstr>     Example:</vt:lpstr>
      <vt:lpstr>if...else Ladder </vt:lpstr>
      <vt:lpstr>    Example</vt:lpstr>
      <vt:lpstr>       C switch Statement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Statement</dc:title>
  <dc:creator>BONU, GOWTHAMI</dc:creator>
  <cp:lastModifiedBy>BONU, GOWTHAMI</cp:lastModifiedBy>
  <cp:revision>1</cp:revision>
  <dcterms:created xsi:type="dcterms:W3CDTF">2023-02-07T17:39:57Z</dcterms:created>
  <dcterms:modified xsi:type="dcterms:W3CDTF">2023-02-08T04:34:44Z</dcterms:modified>
</cp:coreProperties>
</file>